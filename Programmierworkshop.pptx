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62" r:id="rId4"/>
    <p:sldId id="263" r:id="rId5"/>
    <p:sldId id="259" r:id="rId6"/>
    <p:sldId id="264" r:id="rId7"/>
    <p:sldId id="265" r:id="rId8"/>
    <p:sldId id="266" r:id="rId9"/>
    <p:sldId id="267" r:id="rId10"/>
    <p:sldId id="268" r:id="rId11"/>
    <p:sldId id="260" r:id="rId12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4695D-23A9-4919-ADE8-7D07BDB8786E}" v="61" dt="2025-02-18T22:49:18.762"/>
    <p1510:client id="{B7505FCC-BBC4-4C3B-8DD5-2EF973F81E61}" v="5" dt="2025-02-19T04:01:09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Voithofer" userId="c6dbff76e0677a21" providerId="LiveId" clId="{B7505FCC-BBC4-4C3B-8DD5-2EF973F81E61}"/>
    <pc:docChg chg="modSld">
      <pc:chgData name="Luca Voithofer" userId="c6dbff76e0677a21" providerId="LiveId" clId="{B7505FCC-BBC4-4C3B-8DD5-2EF973F81E61}" dt="2025-02-19T04:01:09.293" v="3"/>
      <pc:docMkLst>
        <pc:docMk/>
      </pc:docMkLst>
      <pc:sldChg chg="modSp">
        <pc:chgData name="Luca Voithofer" userId="c6dbff76e0677a21" providerId="LiveId" clId="{B7505FCC-BBC4-4C3B-8DD5-2EF973F81E61}" dt="2025-02-19T04:01:09.293" v="3"/>
        <pc:sldMkLst>
          <pc:docMk/>
          <pc:sldMk cId="635264658" sldId="263"/>
        </pc:sldMkLst>
        <pc:graphicFrameChg chg="mod">
          <ac:chgData name="Luca Voithofer" userId="c6dbff76e0677a21" providerId="LiveId" clId="{B7505FCC-BBC4-4C3B-8DD5-2EF973F81E61}" dt="2025-02-19T04:01:09.293" v="3"/>
          <ac:graphicFrameMkLst>
            <pc:docMk/>
            <pc:sldMk cId="635264658" sldId="263"/>
            <ac:graphicFrameMk id="6" creationId="{F849E7A4-4138-37A9-294F-20757925ED37}"/>
          </ac:graphicFrameMkLst>
        </pc:graphicFrameChg>
      </pc:sldChg>
    </pc:docChg>
  </pc:docChgLst>
  <pc:docChgLst>
    <pc:chgData name="Marco Geisler" userId="d45e96a6-c8c0-4b4f-8645-82d50dc6b4e7" providerId="ADAL" clId="{6254695D-23A9-4919-ADE8-7D07BDB8786E}"/>
    <pc:docChg chg="undo redo custSel addSld delSld modSld">
      <pc:chgData name="Marco Geisler" userId="d45e96a6-c8c0-4b4f-8645-82d50dc6b4e7" providerId="ADAL" clId="{6254695D-23A9-4919-ADE8-7D07BDB8786E}" dt="2025-02-18T22:49:18.762" v="1445" actId="12084"/>
      <pc:docMkLst>
        <pc:docMk/>
      </pc:docMkLst>
      <pc:sldChg chg="addSp delSp modSp mod modClrScheme chgLayout">
        <pc:chgData name="Marco Geisler" userId="d45e96a6-c8c0-4b4f-8645-82d50dc6b4e7" providerId="ADAL" clId="{6254695D-23A9-4919-ADE8-7D07BDB8786E}" dt="2025-02-18T22:14:38.799" v="298" actId="14100"/>
        <pc:sldMkLst>
          <pc:docMk/>
          <pc:sldMk cId="658112737" sldId="264"/>
        </pc:sldMkLst>
        <pc:spChg chg="mod">
          <ac:chgData name="Marco Geisler" userId="d45e96a6-c8c0-4b4f-8645-82d50dc6b4e7" providerId="ADAL" clId="{6254695D-23A9-4919-ADE8-7D07BDB8786E}" dt="2025-02-18T22:11:20.158" v="38" actId="26606"/>
          <ac:spMkLst>
            <pc:docMk/>
            <pc:sldMk cId="658112737" sldId="264"/>
            <ac:spMk id="2" creationId="{F64BFF9E-421C-B941-6B0F-5B64A6C99DEF}"/>
          </ac:spMkLst>
        </pc:spChg>
        <pc:spChg chg="add del">
          <ac:chgData name="Marco Geisler" userId="d45e96a6-c8c0-4b4f-8645-82d50dc6b4e7" providerId="ADAL" clId="{6254695D-23A9-4919-ADE8-7D07BDB8786E}" dt="2025-02-18T22:10:48.438" v="31" actId="931"/>
          <ac:spMkLst>
            <pc:docMk/>
            <pc:sldMk cId="658112737" sldId="264"/>
            <ac:spMk id="3" creationId="{D2033BEE-9A68-B10A-CE8F-8C114D07B958}"/>
          </ac:spMkLst>
        </pc:spChg>
        <pc:spChg chg="add del mod">
          <ac:chgData name="Marco Geisler" userId="d45e96a6-c8c0-4b4f-8645-82d50dc6b4e7" providerId="ADAL" clId="{6254695D-23A9-4919-ADE8-7D07BDB8786E}" dt="2025-02-18T22:10:13.897" v="15" actId="26606"/>
          <ac:spMkLst>
            <pc:docMk/>
            <pc:sldMk cId="658112737" sldId="264"/>
            <ac:spMk id="10" creationId="{177F950F-FEB9-B3AA-E85D-FD83AB5D387C}"/>
          </ac:spMkLst>
        </pc:spChg>
        <pc:spChg chg="add del mod">
          <ac:chgData name="Marco Geisler" userId="d45e96a6-c8c0-4b4f-8645-82d50dc6b4e7" providerId="ADAL" clId="{6254695D-23A9-4919-ADE8-7D07BDB8786E}" dt="2025-02-18T22:11:20.155" v="37" actId="26606"/>
          <ac:spMkLst>
            <pc:docMk/>
            <pc:sldMk cId="658112737" sldId="264"/>
            <ac:spMk id="11" creationId="{43AE84F3-CA19-E83E-CD03-8D483E2E2895}"/>
          </ac:spMkLst>
        </pc:spChg>
        <pc:spChg chg="add del mod">
          <ac:chgData name="Marco Geisler" userId="d45e96a6-c8c0-4b4f-8645-82d50dc6b4e7" providerId="ADAL" clId="{6254695D-23A9-4919-ADE8-7D07BDB8786E}" dt="2025-02-18T22:10:17.367" v="17" actId="26606"/>
          <ac:spMkLst>
            <pc:docMk/>
            <pc:sldMk cId="658112737" sldId="264"/>
            <ac:spMk id="12" creationId="{A7B642C8-B952-D378-3B30-714957A0BF28}"/>
          </ac:spMkLst>
        </pc:spChg>
        <pc:spChg chg="add del mod">
          <ac:chgData name="Marco Geisler" userId="d45e96a6-c8c0-4b4f-8645-82d50dc6b4e7" providerId="ADAL" clId="{6254695D-23A9-4919-ADE8-7D07BDB8786E}" dt="2025-02-18T22:14:36.619" v="296" actId="12084"/>
          <ac:spMkLst>
            <pc:docMk/>
            <pc:sldMk cId="658112737" sldId="264"/>
            <ac:spMk id="13" creationId="{7B425B74-D11F-146A-CFEB-FFAD617AC869}"/>
          </ac:spMkLst>
        </pc:spChg>
        <pc:spChg chg="add del mod">
          <ac:chgData name="Marco Geisler" userId="d45e96a6-c8c0-4b4f-8645-82d50dc6b4e7" providerId="ADAL" clId="{6254695D-23A9-4919-ADE8-7D07BDB8786E}" dt="2025-02-18T22:10:19.319" v="19" actId="26606"/>
          <ac:spMkLst>
            <pc:docMk/>
            <pc:sldMk cId="658112737" sldId="264"/>
            <ac:spMk id="14" creationId="{360AB0FC-EF24-73CA-37AD-4D2F379D6915}"/>
          </ac:spMkLst>
        </pc:spChg>
        <pc:spChg chg="add del mod">
          <ac:chgData name="Marco Geisler" userId="d45e96a6-c8c0-4b4f-8645-82d50dc6b4e7" providerId="ADAL" clId="{6254695D-23A9-4919-ADE8-7D07BDB8786E}" dt="2025-02-18T22:10:21.223" v="21" actId="26606"/>
          <ac:spMkLst>
            <pc:docMk/>
            <pc:sldMk cId="658112737" sldId="264"/>
            <ac:spMk id="16" creationId="{120EDE22-F609-ED52-4545-020F1229EDE5}"/>
          </ac:spMkLst>
        </pc:spChg>
        <pc:graphicFrameChg chg="add mod">
          <ac:chgData name="Marco Geisler" userId="d45e96a6-c8c0-4b4f-8645-82d50dc6b4e7" providerId="ADAL" clId="{6254695D-23A9-4919-ADE8-7D07BDB8786E}" dt="2025-02-18T22:14:38.799" v="298" actId="14100"/>
          <ac:graphicFrameMkLst>
            <pc:docMk/>
            <pc:sldMk cId="658112737" sldId="264"/>
            <ac:graphicFrameMk id="15" creationId="{26018212-03C5-BE41-D687-8E7D303E8005}"/>
          </ac:graphicFrameMkLst>
        </pc:graphicFrameChg>
        <pc:picChg chg="add mod">
          <ac:chgData name="Marco Geisler" userId="d45e96a6-c8c0-4b4f-8645-82d50dc6b4e7" providerId="ADAL" clId="{6254695D-23A9-4919-ADE8-7D07BDB8786E}" dt="2025-02-18T22:10:32.521" v="25" actId="931"/>
          <ac:picMkLst>
            <pc:docMk/>
            <pc:sldMk cId="658112737" sldId="264"/>
            <ac:picMk id="5" creationId="{5D7892AF-08F2-1B10-8885-6D90F2CCCB7A}"/>
          </ac:picMkLst>
        </pc:picChg>
        <pc:picChg chg="add mod">
          <ac:chgData name="Marco Geisler" userId="d45e96a6-c8c0-4b4f-8645-82d50dc6b4e7" providerId="ADAL" clId="{6254695D-23A9-4919-ADE8-7D07BDB8786E}" dt="2025-02-18T22:10:39.869" v="30"/>
          <ac:picMkLst>
            <pc:docMk/>
            <pc:sldMk cId="658112737" sldId="264"/>
            <ac:picMk id="7" creationId="{7F8D6B9C-3525-70E4-DE4B-E8222936E81F}"/>
          </ac:picMkLst>
        </pc:picChg>
        <pc:picChg chg="add mod">
          <ac:chgData name="Marco Geisler" userId="d45e96a6-c8c0-4b4f-8645-82d50dc6b4e7" providerId="ADAL" clId="{6254695D-23A9-4919-ADE8-7D07BDB8786E}" dt="2025-02-18T22:11:20.158" v="38" actId="26606"/>
          <ac:picMkLst>
            <pc:docMk/>
            <pc:sldMk cId="658112737" sldId="264"/>
            <ac:picMk id="9" creationId="{369B583B-A522-E6FA-3A23-6AF19777F1AE}"/>
          </ac:picMkLst>
        </pc:picChg>
      </pc:sldChg>
      <pc:sldChg chg="delSp new del mod">
        <pc:chgData name="Marco Geisler" userId="d45e96a6-c8c0-4b4f-8645-82d50dc6b4e7" providerId="ADAL" clId="{6254695D-23A9-4919-ADE8-7D07BDB8786E}" dt="2025-02-18T22:27:45.524" v="301" actId="47"/>
        <pc:sldMkLst>
          <pc:docMk/>
          <pc:sldMk cId="3338181377" sldId="265"/>
        </pc:sldMkLst>
        <pc:spChg chg="del">
          <ac:chgData name="Marco Geisler" userId="d45e96a6-c8c0-4b4f-8645-82d50dc6b4e7" providerId="ADAL" clId="{6254695D-23A9-4919-ADE8-7D07BDB8786E}" dt="2025-02-18T22:27:42.671" v="300" actId="478"/>
          <ac:spMkLst>
            <pc:docMk/>
            <pc:sldMk cId="3338181377" sldId="265"/>
            <ac:spMk id="2" creationId="{3BEFEF6B-664F-7BEC-408C-A2B3CECE0B81}"/>
          </ac:spMkLst>
        </pc:spChg>
      </pc:sldChg>
      <pc:sldChg chg="addSp delSp modSp new mod modClrScheme chgLayout">
        <pc:chgData name="Marco Geisler" userId="d45e96a6-c8c0-4b4f-8645-82d50dc6b4e7" providerId="ADAL" clId="{6254695D-23A9-4919-ADE8-7D07BDB8786E}" dt="2025-02-18T22:33:36.412" v="624" actId="14100"/>
        <pc:sldMkLst>
          <pc:docMk/>
          <pc:sldMk cId="3443285072" sldId="265"/>
        </pc:sldMkLst>
        <pc:spChg chg="del">
          <ac:chgData name="Marco Geisler" userId="d45e96a6-c8c0-4b4f-8645-82d50dc6b4e7" providerId="ADAL" clId="{6254695D-23A9-4919-ADE8-7D07BDB8786E}" dt="2025-02-18T22:28:02.302" v="303" actId="26606"/>
          <ac:spMkLst>
            <pc:docMk/>
            <pc:sldMk cId="3443285072" sldId="265"/>
            <ac:spMk id="2" creationId="{807A99AB-9FAE-2D37-4C05-40A6D3778593}"/>
          </ac:spMkLst>
        </pc:spChg>
        <pc:spChg chg="del">
          <ac:chgData name="Marco Geisler" userId="d45e96a6-c8c0-4b4f-8645-82d50dc6b4e7" providerId="ADAL" clId="{6254695D-23A9-4919-ADE8-7D07BDB8786E}" dt="2025-02-18T22:28:02.302" v="303" actId="26606"/>
          <ac:spMkLst>
            <pc:docMk/>
            <pc:sldMk cId="3443285072" sldId="265"/>
            <ac:spMk id="3" creationId="{61C760C1-BA1B-663B-5500-391A165EDE40}"/>
          </ac:spMkLst>
        </pc:spChg>
        <pc:spChg chg="del">
          <ac:chgData name="Marco Geisler" userId="d45e96a6-c8c0-4b4f-8645-82d50dc6b4e7" providerId="ADAL" clId="{6254695D-23A9-4919-ADE8-7D07BDB8786E}" dt="2025-02-18T22:28:02.302" v="303" actId="26606"/>
          <ac:spMkLst>
            <pc:docMk/>
            <pc:sldMk cId="3443285072" sldId="265"/>
            <ac:spMk id="4" creationId="{A71C16AC-9E2C-A09E-F49F-10141F705527}"/>
          </ac:spMkLst>
        </pc:spChg>
        <pc:spChg chg="add mod">
          <ac:chgData name="Marco Geisler" userId="d45e96a6-c8c0-4b4f-8645-82d50dc6b4e7" providerId="ADAL" clId="{6254695D-23A9-4919-ADE8-7D07BDB8786E}" dt="2025-02-18T22:31:15.781" v="609" actId="26606"/>
          <ac:spMkLst>
            <pc:docMk/>
            <pc:sldMk cId="3443285072" sldId="265"/>
            <ac:spMk id="9" creationId="{DD207336-53AC-06A1-3AB8-7C21F8711822}"/>
          </ac:spMkLst>
        </pc:spChg>
        <pc:spChg chg="add del mod">
          <ac:chgData name="Marco Geisler" userId="d45e96a6-c8c0-4b4f-8645-82d50dc6b4e7" providerId="ADAL" clId="{6254695D-23A9-4919-ADE8-7D07BDB8786E}" dt="2025-02-18T22:33:31.280" v="622" actId="22"/>
          <ac:spMkLst>
            <pc:docMk/>
            <pc:sldMk cId="3443285072" sldId="265"/>
            <ac:spMk id="10" creationId="{F8BFF4D3-911C-B382-E27A-50C4D1F1FDC5}"/>
          </ac:spMkLst>
        </pc:spChg>
        <pc:spChg chg="add del mod">
          <ac:chgData name="Marco Geisler" userId="d45e96a6-c8c0-4b4f-8645-82d50dc6b4e7" providerId="ADAL" clId="{6254695D-23A9-4919-ADE8-7D07BDB8786E}" dt="2025-02-18T22:32:08.032" v="615" actId="12084"/>
          <ac:spMkLst>
            <pc:docMk/>
            <pc:sldMk cId="3443285072" sldId="265"/>
            <ac:spMk id="11" creationId="{97327359-560B-D488-383D-8EBF2E9B85E7}"/>
          </ac:spMkLst>
        </pc:spChg>
        <pc:spChg chg="add del mod">
          <ac:chgData name="Marco Geisler" userId="d45e96a6-c8c0-4b4f-8645-82d50dc6b4e7" providerId="ADAL" clId="{6254695D-23A9-4919-ADE8-7D07BDB8786E}" dt="2025-02-18T22:31:15.778" v="608" actId="26606"/>
          <ac:spMkLst>
            <pc:docMk/>
            <pc:sldMk cId="3443285072" sldId="265"/>
            <ac:spMk id="16" creationId="{EF1662DA-9ECF-99A0-47E1-C5C833113E9C}"/>
          </ac:spMkLst>
        </pc:spChg>
        <pc:spChg chg="add del mod">
          <ac:chgData name="Marco Geisler" userId="d45e96a6-c8c0-4b4f-8645-82d50dc6b4e7" providerId="ADAL" clId="{6254695D-23A9-4919-ADE8-7D07BDB8786E}" dt="2025-02-18T22:31:15.778" v="608" actId="26606"/>
          <ac:spMkLst>
            <pc:docMk/>
            <pc:sldMk cId="3443285072" sldId="265"/>
            <ac:spMk id="18" creationId="{59D7DFB2-2C70-D96E-DBD0-56E66454B5C4}"/>
          </ac:spMkLst>
        </pc:spChg>
        <pc:spChg chg="add del mod">
          <ac:chgData name="Marco Geisler" userId="d45e96a6-c8c0-4b4f-8645-82d50dc6b4e7" providerId="ADAL" clId="{6254695D-23A9-4919-ADE8-7D07BDB8786E}" dt="2025-02-18T22:31:15.778" v="608" actId="26606"/>
          <ac:spMkLst>
            <pc:docMk/>
            <pc:sldMk cId="3443285072" sldId="265"/>
            <ac:spMk id="20" creationId="{CC348ACD-066F-01A7-AA79-EAEFA042005C}"/>
          </ac:spMkLst>
        </pc:spChg>
        <pc:spChg chg="add del mod">
          <ac:chgData name="Marco Geisler" userId="d45e96a6-c8c0-4b4f-8645-82d50dc6b4e7" providerId="ADAL" clId="{6254695D-23A9-4919-ADE8-7D07BDB8786E}" dt="2025-02-18T22:31:17.236" v="610" actId="22"/>
          <ac:spMkLst>
            <pc:docMk/>
            <pc:sldMk cId="3443285072" sldId="265"/>
            <ac:spMk id="22" creationId="{DE5E4730-859C-DD77-859E-0039D0415C0A}"/>
          </ac:spMkLst>
        </pc:spChg>
        <pc:graphicFrameChg chg="add mod">
          <ac:chgData name="Marco Geisler" userId="d45e96a6-c8c0-4b4f-8645-82d50dc6b4e7" providerId="ADAL" clId="{6254695D-23A9-4919-ADE8-7D07BDB8786E}" dt="2025-02-18T22:32:08.032" v="615" actId="12084"/>
          <ac:graphicFrameMkLst>
            <pc:docMk/>
            <pc:sldMk cId="3443285072" sldId="265"/>
            <ac:graphicFrameMk id="7" creationId="{C1660926-D189-73E6-32FC-865ABFF46CAD}"/>
          </ac:graphicFrameMkLst>
        </pc:graphicFrameChg>
        <pc:picChg chg="add del mod ord">
          <ac:chgData name="Marco Geisler" userId="d45e96a6-c8c0-4b4f-8645-82d50dc6b4e7" providerId="ADAL" clId="{6254695D-23A9-4919-ADE8-7D07BDB8786E}" dt="2025-02-18T22:33:09.776" v="617" actId="478"/>
          <ac:picMkLst>
            <pc:docMk/>
            <pc:sldMk cId="3443285072" sldId="265"/>
            <ac:picMk id="6" creationId="{E46965B9-F4DB-5420-AA8D-AB23F4AF16A3}"/>
          </ac:picMkLst>
        </pc:picChg>
        <pc:picChg chg="add del mod">
          <ac:chgData name="Marco Geisler" userId="d45e96a6-c8c0-4b4f-8645-82d50dc6b4e7" providerId="ADAL" clId="{6254695D-23A9-4919-ADE8-7D07BDB8786E}" dt="2025-02-18T22:33:30.251" v="621" actId="478"/>
          <ac:picMkLst>
            <pc:docMk/>
            <pc:sldMk cId="3443285072" sldId="265"/>
            <ac:picMk id="13" creationId="{F1DB37E5-E134-84D8-A489-3FA292A8A4AA}"/>
          </ac:picMkLst>
        </pc:picChg>
        <pc:picChg chg="add mod ord">
          <ac:chgData name="Marco Geisler" userId="d45e96a6-c8c0-4b4f-8645-82d50dc6b4e7" providerId="ADAL" clId="{6254695D-23A9-4919-ADE8-7D07BDB8786E}" dt="2025-02-18T22:33:36.412" v="624" actId="14100"/>
          <ac:picMkLst>
            <pc:docMk/>
            <pc:sldMk cId="3443285072" sldId="265"/>
            <ac:picMk id="15" creationId="{590515E4-9FD7-D09C-FF1F-5BDA5A14B176}"/>
          </ac:picMkLst>
        </pc:picChg>
      </pc:sldChg>
      <pc:sldChg chg="addSp delSp modSp new mod">
        <pc:chgData name="Marco Geisler" userId="d45e96a6-c8c0-4b4f-8645-82d50dc6b4e7" providerId="ADAL" clId="{6254695D-23A9-4919-ADE8-7D07BDB8786E}" dt="2025-02-18T22:37:54.471" v="920" actId="12084"/>
        <pc:sldMkLst>
          <pc:docMk/>
          <pc:sldMk cId="3547167149" sldId="266"/>
        </pc:sldMkLst>
        <pc:spChg chg="mod">
          <ac:chgData name="Marco Geisler" userId="d45e96a6-c8c0-4b4f-8645-82d50dc6b4e7" providerId="ADAL" clId="{6254695D-23A9-4919-ADE8-7D07BDB8786E}" dt="2025-02-18T22:34:30.568" v="634" actId="20577"/>
          <ac:spMkLst>
            <pc:docMk/>
            <pc:sldMk cId="3547167149" sldId="266"/>
            <ac:spMk id="2" creationId="{7502DE80-F1AC-E70B-1E6A-43E8F5D657D0}"/>
          </ac:spMkLst>
        </pc:spChg>
        <pc:spChg chg="del">
          <ac:chgData name="Marco Geisler" userId="d45e96a6-c8c0-4b4f-8645-82d50dc6b4e7" providerId="ADAL" clId="{6254695D-23A9-4919-ADE8-7D07BDB8786E}" dt="2025-02-18T22:35:54.105" v="635" actId="931"/>
          <ac:spMkLst>
            <pc:docMk/>
            <pc:sldMk cId="3547167149" sldId="266"/>
            <ac:spMk id="3" creationId="{1F17B3CD-E0D2-F448-A36F-B319CA6F1D1A}"/>
          </ac:spMkLst>
        </pc:spChg>
        <pc:spChg chg="del mod">
          <ac:chgData name="Marco Geisler" userId="d45e96a6-c8c0-4b4f-8645-82d50dc6b4e7" providerId="ADAL" clId="{6254695D-23A9-4919-ADE8-7D07BDB8786E}" dt="2025-02-18T22:37:54.471" v="920" actId="12084"/>
          <ac:spMkLst>
            <pc:docMk/>
            <pc:sldMk cId="3547167149" sldId="266"/>
            <ac:spMk id="4" creationId="{710EAFFC-7727-8853-31AE-A93E2F64F957}"/>
          </ac:spMkLst>
        </pc:spChg>
        <pc:graphicFrameChg chg="add mod">
          <ac:chgData name="Marco Geisler" userId="d45e96a6-c8c0-4b4f-8645-82d50dc6b4e7" providerId="ADAL" clId="{6254695D-23A9-4919-ADE8-7D07BDB8786E}" dt="2025-02-18T22:37:54.471" v="920" actId="12084"/>
          <ac:graphicFrameMkLst>
            <pc:docMk/>
            <pc:sldMk cId="3547167149" sldId="266"/>
            <ac:graphicFrameMk id="7" creationId="{E8AD9764-E246-B917-F7FC-414B5DAB145D}"/>
          </ac:graphicFrameMkLst>
        </pc:graphicFrameChg>
        <pc:picChg chg="add mod modCrop">
          <ac:chgData name="Marco Geisler" userId="d45e96a6-c8c0-4b4f-8645-82d50dc6b4e7" providerId="ADAL" clId="{6254695D-23A9-4919-ADE8-7D07BDB8786E}" dt="2025-02-18T22:36:15.659" v="643" actId="1076"/>
          <ac:picMkLst>
            <pc:docMk/>
            <pc:sldMk cId="3547167149" sldId="266"/>
            <ac:picMk id="6" creationId="{155EFCB1-7595-7829-3131-8472311A267F}"/>
          </ac:picMkLst>
        </pc:picChg>
      </pc:sldChg>
      <pc:sldChg chg="addSp delSp modSp new mod">
        <pc:chgData name="Marco Geisler" userId="d45e96a6-c8c0-4b4f-8645-82d50dc6b4e7" providerId="ADAL" clId="{6254695D-23A9-4919-ADE8-7D07BDB8786E}" dt="2025-02-18T22:41:49.803" v="1169" actId="14100"/>
        <pc:sldMkLst>
          <pc:docMk/>
          <pc:sldMk cId="1840818648" sldId="267"/>
        </pc:sldMkLst>
        <pc:spChg chg="mod">
          <ac:chgData name="Marco Geisler" userId="d45e96a6-c8c0-4b4f-8645-82d50dc6b4e7" providerId="ADAL" clId="{6254695D-23A9-4919-ADE8-7D07BDB8786E}" dt="2025-02-18T22:39:40.991" v="942" actId="20577"/>
          <ac:spMkLst>
            <pc:docMk/>
            <pc:sldMk cId="1840818648" sldId="267"/>
            <ac:spMk id="2" creationId="{CB958B00-E7C4-415A-EDA1-E0A60BBED0DE}"/>
          </ac:spMkLst>
        </pc:spChg>
        <pc:spChg chg="add del mod">
          <ac:chgData name="Marco Geisler" userId="d45e96a6-c8c0-4b4f-8645-82d50dc6b4e7" providerId="ADAL" clId="{6254695D-23A9-4919-ADE8-7D07BDB8786E}" dt="2025-02-18T22:41:41.154" v="1167" actId="12084"/>
          <ac:spMkLst>
            <pc:docMk/>
            <pc:sldMk cId="1840818648" sldId="267"/>
            <ac:spMk id="3" creationId="{4ED8328E-2DCA-65B1-7F2D-1B804386D3A1}"/>
          </ac:spMkLst>
        </pc:spChg>
        <pc:spChg chg="del">
          <ac:chgData name="Marco Geisler" userId="d45e96a6-c8c0-4b4f-8645-82d50dc6b4e7" providerId="ADAL" clId="{6254695D-23A9-4919-ADE8-7D07BDB8786E}" dt="2025-02-18T22:39:21.253" v="922"/>
          <ac:spMkLst>
            <pc:docMk/>
            <pc:sldMk cId="1840818648" sldId="267"/>
            <ac:spMk id="4" creationId="{E862922B-D481-4B58-4F93-65693CB48508}"/>
          </ac:spMkLst>
        </pc:spChg>
        <pc:graphicFrameChg chg="add mod">
          <ac:chgData name="Marco Geisler" userId="d45e96a6-c8c0-4b4f-8645-82d50dc6b4e7" providerId="ADAL" clId="{6254695D-23A9-4919-ADE8-7D07BDB8786E}" dt="2025-02-18T22:41:11.260" v="1107" actId="12084"/>
          <ac:graphicFrameMkLst>
            <pc:docMk/>
            <pc:sldMk cId="1840818648" sldId="267"/>
            <ac:graphicFrameMk id="7" creationId="{D957B4DA-51BA-0224-588B-B3DE37743FC1}"/>
          </ac:graphicFrameMkLst>
        </pc:graphicFrameChg>
        <pc:graphicFrameChg chg="add mod">
          <ac:chgData name="Marco Geisler" userId="d45e96a6-c8c0-4b4f-8645-82d50dc6b4e7" providerId="ADAL" clId="{6254695D-23A9-4919-ADE8-7D07BDB8786E}" dt="2025-02-18T22:41:41.154" v="1167" actId="12084"/>
          <ac:graphicFrameMkLst>
            <pc:docMk/>
            <pc:sldMk cId="1840818648" sldId="267"/>
            <ac:graphicFrameMk id="8" creationId="{38CDC9D4-F677-7323-0498-DA6C8504A4F5}"/>
          </ac:graphicFrameMkLst>
        </pc:graphicFrameChg>
        <pc:picChg chg="add mod modCrop">
          <ac:chgData name="Marco Geisler" userId="d45e96a6-c8c0-4b4f-8645-82d50dc6b4e7" providerId="ADAL" clId="{6254695D-23A9-4919-ADE8-7D07BDB8786E}" dt="2025-02-18T22:41:49.803" v="1169" actId="14100"/>
          <ac:picMkLst>
            <pc:docMk/>
            <pc:sldMk cId="1840818648" sldId="267"/>
            <ac:picMk id="6" creationId="{B2F5D7FC-64E7-6833-7D5E-40A4B3790651}"/>
          </ac:picMkLst>
        </pc:picChg>
      </pc:sldChg>
      <pc:sldChg chg="addSp delSp modSp new mod">
        <pc:chgData name="Marco Geisler" userId="d45e96a6-c8c0-4b4f-8645-82d50dc6b4e7" providerId="ADAL" clId="{6254695D-23A9-4919-ADE8-7D07BDB8786E}" dt="2025-02-18T22:49:18.762" v="1445" actId="12084"/>
        <pc:sldMkLst>
          <pc:docMk/>
          <pc:sldMk cId="3634024304" sldId="268"/>
        </pc:sldMkLst>
        <pc:spChg chg="mod">
          <ac:chgData name="Marco Geisler" userId="d45e96a6-c8c0-4b4f-8645-82d50dc6b4e7" providerId="ADAL" clId="{6254695D-23A9-4919-ADE8-7D07BDB8786E}" dt="2025-02-18T22:44:01.594" v="1180" actId="20577"/>
          <ac:spMkLst>
            <pc:docMk/>
            <pc:sldMk cId="3634024304" sldId="268"/>
            <ac:spMk id="2" creationId="{1344315C-570B-9243-3C4E-B8FEF1C9B4F5}"/>
          </ac:spMkLst>
        </pc:spChg>
        <pc:spChg chg="del">
          <ac:chgData name="Marco Geisler" userId="d45e96a6-c8c0-4b4f-8645-82d50dc6b4e7" providerId="ADAL" clId="{6254695D-23A9-4919-ADE8-7D07BDB8786E}" dt="2025-02-18T22:46:04.368" v="1181" actId="22"/>
          <ac:spMkLst>
            <pc:docMk/>
            <pc:sldMk cId="3634024304" sldId="268"/>
            <ac:spMk id="3" creationId="{9D7C6E60-9F81-F3DD-0B82-2686BA0FE32B}"/>
          </ac:spMkLst>
        </pc:spChg>
        <pc:spChg chg="del mod">
          <ac:chgData name="Marco Geisler" userId="d45e96a6-c8c0-4b4f-8645-82d50dc6b4e7" providerId="ADAL" clId="{6254695D-23A9-4919-ADE8-7D07BDB8786E}" dt="2025-02-18T22:49:18.762" v="1445" actId="12084"/>
          <ac:spMkLst>
            <pc:docMk/>
            <pc:sldMk cId="3634024304" sldId="268"/>
            <ac:spMk id="4" creationId="{326AB821-495F-0E51-E0E6-AE1F37F787FD}"/>
          </ac:spMkLst>
        </pc:spChg>
        <pc:spChg chg="add mod">
          <ac:chgData name="Marco Geisler" userId="d45e96a6-c8c0-4b4f-8645-82d50dc6b4e7" providerId="ADAL" clId="{6254695D-23A9-4919-ADE8-7D07BDB8786E}" dt="2025-02-18T22:48:27.297" v="1354" actId="478"/>
          <ac:spMkLst>
            <pc:docMk/>
            <pc:sldMk cId="3634024304" sldId="268"/>
            <ac:spMk id="10" creationId="{C359E9F5-5E41-9D0A-C6B6-895F067DDD8D}"/>
          </ac:spMkLst>
        </pc:spChg>
        <pc:graphicFrameChg chg="add mod">
          <ac:chgData name="Marco Geisler" userId="d45e96a6-c8c0-4b4f-8645-82d50dc6b4e7" providerId="ADAL" clId="{6254695D-23A9-4919-ADE8-7D07BDB8786E}" dt="2025-02-18T22:49:18.762" v="1445" actId="12084"/>
          <ac:graphicFrameMkLst>
            <pc:docMk/>
            <pc:sldMk cId="3634024304" sldId="268"/>
            <ac:graphicFrameMk id="11" creationId="{B9DB7389-BF06-D1EC-0A17-CF3B2C38C067}"/>
          </ac:graphicFrameMkLst>
        </pc:graphicFrameChg>
        <pc:picChg chg="add del mod ord">
          <ac:chgData name="Marco Geisler" userId="d45e96a6-c8c0-4b4f-8645-82d50dc6b4e7" providerId="ADAL" clId="{6254695D-23A9-4919-ADE8-7D07BDB8786E}" dt="2025-02-18T22:48:27.297" v="1354" actId="478"/>
          <ac:picMkLst>
            <pc:docMk/>
            <pc:sldMk cId="3634024304" sldId="268"/>
            <ac:picMk id="6" creationId="{51EA1AD3-5BF4-D8FA-CB74-80EE2329044D}"/>
          </ac:picMkLst>
        </pc:picChg>
        <pc:picChg chg="add mod">
          <ac:chgData name="Marco Geisler" userId="d45e96a6-c8c0-4b4f-8645-82d50dc6b4e7" providerId="ADAL" clId="{6254695D-23A9-4919-ADE8-7D07BDB8786E}" dt="2025-02-18T22:48:32.546" v="1356" actId="14100"/>
          <ac:picMkLst>
            <pc:docMk/>
            <pc:sldMk cId="3634024304" sldId="268"/>
            <ac:picMk id="8" creationId="{3C8D5147-3BF4-3E08-0815-E1AA6EDAB30B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FF84B-5395-436E-BA7C-0C4CAE16507A}" type="doc">
      <dgm:prSet loTypeId="urn:microsoft.com/office/officeart/2005/8/layout/StepDownProcess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2EBF83C-0524-473B-B780-EF379336A78C}">
      <dgm:prSet phldrT="[Text]"/>
      <dgm:spPr/>
      <dgm:t>
        <a:bodyPr/>
        <a:lstStyle/>
        <a:p>
          <a:r>
            <a:rPr lang="de-DE" dirty="0"/>
            <a:t>Programm</a:t>
          </a:r>
        </a:p>
      </dgm:t>
    </dgm:pt>
    <dgm:pt modelId="{46558E8A-76BE-4E5C-B9C1-0E3C035B5C71}" type="parTrans" cxnId="{916807A9-46BF-4995-BB32-6D707ED23400}">
      <dgm:prSet/>
      <dgm:spPr/>
      <dgm:t>
        <a:bodyPr/>
        <a:lstStyle/>
        <a:p>
          <a:endParaRPr lang="de-DE"/>
        </a:p>
      </dgm:t>
    </dgm:pt>
    <dgm:pt modelId="{3DDB448C-45D2-4340-B1CB-ECA6B54F5473}" type="sibTrans" cxnId="{916807A9-46BF-4995-BB32-6D707ED23400}">
      <dgm:prSet/>
      <dgm:spPr/>
      <dgm:t>
        <a:bodyPr/>
        <a:lstStyle/>
        <a:p>
          <a:endParaRPr lang="de-DE"/>
        </a:p>
      </dgm:t>
    </dgm:pt>
    <dgm:pt modelId="{F6471E7B-76EA-4306-83EE-581726E56938}">
      <dgm:prSet phldrT="[Text]"/>
      <dgm:spPr/>
      <dgm:t>
        <a:bodyPr/>
        <a:lstStyle/>
        <a:p>
          <a:r>
            <a:rPr lang="de-DE" dirty="0"/>
            <a:t>Gemeinsames Spiel</a:t>
          </a:r>
        </a:p>
      </dgm:t>
    </dgm:pt>
    <dgm:pt modelId="{69370F2B-413C-499C-A67C-E947AA68FFC5}" type="parTrans" cxnId="{26961D49-4B08-42DA-8008-82455D4D9F62}">
      <dgm:prSet/>
      <dgm:spPr/>
      <dgm:t>
        <a:bodyPr/>
        <a:lstStyle/>
        <a:p>
          <a:endParaRPr lang="de-DE"/>
        </a:p>
      </dgm:t>
    </dgm:pt>
    <dgm:pt modelId="{1520B5C9-850B-4B76-8A48-AAF61D6CA74B}" type="sibTrans" cxnId="{26961D49-4B08-42DA-8008-82455D4D9F62}">
      <dgm:prSet/>
      <dgm:spPr/>
      <dgm:t>
        <a:bodyPr/>
        <a:lstStyle/>
        <a:p>
          <a:endParaRPr lang="de-DE"/>
        </a:p>
      </dgm:t>
    </dgm:pt>
    <dgm:pt modelId="{1399A586-A1EF-43F5-A94C-6FBCD8D0947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1AF3E0FD-9E15-45BF-87F8-CDB08B659A55}" type="parTrans" cxnId="{368A68E3-B35B-402C-84C2-7481C86E8365}">
      <dgm:prSet/>
      <dgm:spPr/>
      <dgm:t>
        <a:bodyPr/>
        <a:lstStyle/>
        <a:p>
          <a:endParaRPr lang="de-DE"/>
        </a:p>
      </dgm:t>
    </dgm:pt>
    <dgm:pt modelId="{44A17060-DB2C-473F-9EBF-94A670311A00}" type="sibTrans" cxnId="{368A68E3-B35B-402C-84C2-7481C86E8365}">
      <dgm:prSet/>
      <dgm:spPr/>
      <dgm:t>
        <a:bodyPr/>
        <a:lstStyle/>
        <a:p>
          <a:endParaRPr lang="de-DE"/>
        </a:p>
      </dgm:t>
    </dgm:pt>
    <dgm:pt modelId="{2EAD6C0F-D55E-4B37-A503-AADEBB308E2D}">
      <dgm:prSet phldrT="[Text]"/>
      <dgm:spPr/>
      <dgm:t>
        <a:bodyPr/>
        <a:lstStyle/>
        <a:p>
          <a:r>
            <a:rPr lang="de-DE" dirty="0"/>
            <a:t>Imports, Variablen, …</a:t>
          </a:r>
        </a:p>
      </dgm:t>
    </dgm:pt>
    <dgm:pt modelId="{AAB18C51-9999-4FAF-8837-2CB56CD40D2F}" type="parTrans" cxnId="{1E28F99E-61E3-476B-8C64-D3C0AB2A02BB}">
      <dgm:prSet/>
      <dgm:spPr/>
      <dgm:t>
        <a:bodyPr/>
        <a:lstStyle/>
        <a:p>
          <a:endParaRPr lang="de-DE"/>
        </a:p>
      </dgm:t>
    </dgm:pt>
    <dgm:pt modelId="{B5A5654B-1424-4370-801E-0F08D277868D}" type="sibTrans" cxnId="{1E28F99E-61E3-476B-8C64-D3C0AB2A02BB}">
      <dgm:prSet/>
      <dgm:spPr/>
      <dgm:t>
        <a:bodyPr/>
        <a:lstStyle/>
        <a:p>
          <a:endParaRPr lang="de-DE"/>
        </a:p>
      </dgm:t>
    </dgm:pt>
    <dgm:pt modelId="{52F2B21C-5FA7-4B2D-8A04-2A88A100696B}">
      <dgm:prSet phldrT="[Text]"/>
      <dgm:spPr/>
      <dgm:t>
        <a:bodyPr/>
        <a:lstStyle/>
        <a:p>
          <a:r>
            <a:rPr lang="de-DE" dirty="0" err="1"/>
            <a:t>Kahoot</a:t>
          </a:r>
          <a:endParaRPr lang="de-DE" dirty="0"/>
        </a:p>
      </dgm:t>
    </dgm:pt>
    <dgm:pt modelId="{570BF059-09F2-469F-8323-91FA5D8CE5D2}" type="parTrans" cxnId="{6B71BC2A-2F96-4547-AE02-E531B3E6BFCD}">
      <dgm:prSet/>
      <dgm:spPr/>
      <dgm:t>
        <a:bodyPr/>
        <a:lstStyle/>
        <a:p>
          <a:endParaRPr lang="de-DE"/>
        </a:p>
      </dgm:t>
    </dgm:pt>
    <dgm:pt modelId="{AED9E0FD-6D5A-4568-AD7F-C1E21D378889}" type="sibTrans" cxnId="{6B71BC2A-2F96-4547-AE02-E531B3E6BFCD}">
      <dgm:prSet/>
      <dgm:spPr/>
      <dgm:t>
        <a:bodyPr/>
        <a:lstStyle/>
        <a:p>
          <a:endParaRPr lang="de-DE"/>
        </a:p>
      </dgm:t>
    </dgm:pt>
    <dgm:pt modelId="{F80F4620-A3F8-40E0-B343-A0AF87E6299A}">
      <dgm:prSet phldrT="[Text]"/>
      <dgm:spPr/>
      <dgm:t>
        <a:bodyPr/>
        <a:lstStyle/>
        <a:p>
          <a:r>
            <a:rPr lang="de-DE" dirty="0"/>
            <a:t>Individuelles Programm</a:t>
          </a:r>
        </a:p>
      </dgm:t>
    </dgm:pt>
    <dgm:pt modelId="{D3A0CCAB-D5B7-43BC-A7B8-8878E95DB164}" type="parTrans" cxnId="{70527547-C389-4C56-AB08-8B66FF5774AD}">
      <dgm:prSet/>
      <dgm:spPr/>
      <dgm:t>
        <a:bodyPr/>
        <a:lstStyle/>
        <a:p>
          <a:endParaRPr lang="de-DE"/>
        </a:p>
      </dgm:t>
    </dgm:pt>
    <dgm:pt modelId="{8C5E784D-5853-424A-946C-9FF3A7224198}" type="sibTrans" cxnId="{70527547-C389-4C56-AB08-8B66FF5774AD}">
      <dgm:prSet/>
      <dgm:spPr/>
      <dgm:t>
        <a:bodyPr/>
        <a:lstStyle/>
        <a:p>
          <a:endParaRPr lang="de-DE"/>
        </a:p>
      </dgm:t>
    </dgm:pt>
    <dgm:pt modelId="{B23D591D-D28B-42FB-AE73-3E8607AB07CF}" type="pres">
      <dgm:prSet presAssocID="{9C8FF84B-5395-436E-BA7C-0C4CAE16507A}" presName="rootnode" presStyleCnt="0">
        <dgm:presLayoutVars>
          <dgm:chMax/>
          <dgm:chPref/>
          <dgm:dir/>
          <dgm:animLvl val="lvl"/>
        </dgm:presLayoutVars>
      </dgm:prSet>
      <dgm:spPr/>
    </dgm:pt>
    <dgm:pt modelId="{C80F47FB-C4DD-46A0-A06A-B24C5022D2B7}" type="pres">
      <dgm:prSet presAssocID="{B2EBF83C-0524-473B-B780-EF379336A78C}" presName="composite" presStyleCnt="0"/>
      <dgm:spPr/>
    </dgm:pt>
    <dgm:pt modelId="{345F885B-F03E-4136-9184-3968CF36AEA0}" type="pres">
      <dgm:prSet presAssocID="{B2EBF83C-0524-473B-B780-EF379336A78C}" presName="bentUpArrow1" presStyleLbl="alignImgPlace1" presStyleIdx="0" presStyleCnt="2"/>
      <dgm:spPr/>
    </dgm:pt>
    <dgm:pt modelId="{77468C40-9D1B-45EA-83A0-FC2DD99BFE2F}" type="pres">
      <dgm:prSet presAssocID="{B2EBF83C-0524-473B-B780-EF379336A78C}" presName="ParentText" presStyleLbl="node1" presStyleIdx="0" presStyleCnt="3" custScaleX="197994">
        <dgm:presLayoutVars>
          <dgm:chMax val="1"/>
          <dgm:chPref val="1"/>
          <dgm:bulletEnabled val="1"/>
        </dgm:presLayoutVars>
      </dgm:prSet>
      <dgm:spPr/>
    </dgm:pt>
    <dgm:pt modelId="{1F4A1050-234E-45EC-826A-430CE48EEE41}" type="pres">
      <dgm:prSet presAssocID="{B2EBF83C-0524-473B-B780-EF379336A78C}" presName="ChildText" presStyleLbl="revTx" presStyleIdx="0" presStyleCnt="2" custScaleX="500346" custLinFactX="100000" custLinFactNeighborX="165300" custLinFactNeighborY="7603">
        <dgm:presLayoutVars>
          <dgm:chMax val="0"/>
          <dgm:chPref val="0"/>
          <dgm:bulletEnabled val="1"/>
        </dgm:presLayoutVars>
      </dgm:prSet>
      <dgm:spPr/>
    </dgm:pt>
    <dgm:pt modelId="{24E8E71E-8005-406D-9EDD-AF5D5F5DE50B}" type="pres">
      <dgm:prSet presAssocID="{3DDB448C-45D2-4340-B1CB-ECA6B54F5473}" presName="sibTrans" presStyleCnt="0"/>
      <dgm:spPr/>
    </dgm:pt>
    <dgm:pt modelId="{3F8D6B17-DB71-486A-92EA-EEA595C1BA68}" type="pres">
      <dgm:prSet presAssocID="{1399A586-A1EF-43F5-A94C-6FBCD8D0947B}" presName="composite" presStyleCnt="0"/>
      <dgm:spPr/>
    </dgm:pt>
    <dgm:pt modelId="{746B1F9B-ACA1-4FEE-9B97-4FAF5462F5D0}" type="pres">
      <dgm:prSet presAssocID="{1399A586-A1EF-43F5-A94C-6FBCD8D0947B}" presName="bentUpArrow1" presStyleLbl="alignImgPlace1" presStyleIdx="1" presStyleCnt="2"/>
      <dgm:spPr/>
    </dgm:pt>
    <dgm:pt modelId="{3301E626-C09A-4082-A73E-7AC0B2E42D0C}" type="pres">
      <dgm:prSet presAssocID="{1399A586-A1EF-43F5-A94C-6FBCD8D0947B}" presName="ParentText" presStyleLbl="node1" presStyleIdx="1" presStyleCnt="3" custScaleX="196861">
        <dgm:presLayoutVars>
          <dgm:chMax val="1"/>
          <dgm:chPref val="1"/>
          <dgm:bulletEnabled val="1"/>
        </dgm:presLayoutVars>
      </dgm:prSet>
      <dgm:spPr/>
    </dgm:pt>
    <dgm:pt modelId="{3F8BFBA5-3D17-46E3-AC5C-5786B4EB5DD0}" type="pres">
      <dgm:prSet presAssocID="{1399A586-A1EF-43F5-A94C-6FBCD8D0947B}" presName="ChildText" presStyleLbl="revTx" presStyleIdx="1" presStyleCnt="2" custScaleX="319831" custLinFactX="77431" custLinFactNeighborX="100000" custLinFactNeighborY="-5431">
        <dgm:presLayoutVars>
          <dgm:chMax val="0"/>
          <dgm:chPref val="0"/>
          <dgm:bulletEnabled val="1"/>
        </dgm:presLayoutVars>
      </dgm:prSet>
      <dgm:spPr/>
    </dgm:pt>
    <dgm:pt modelId="{65F36F55-8017-4A6F-B051-2B49846D66B3}" type="pres">
      <dgm:prSet presAssocID="{44A17060-DB2C-473F-9EBF-94A670311A00}" presName="sibTrans" presStyleCnt="0"/>
      <dgm:spPr/>
    </dgm:pt>
    <dgm:pt modelId="{C68D19DB-08D2-42E3-BA08-DF9C1F57C592}" type="pres">
      <dgm:prSet presAssocID="{52F2B21C-5FA7-4B2D-8A04-2A88A100696B}" presName="composite" presStyleCnt="0"/>
      <dgm:spPr/>
    </dgm:pt>
    <dgm:pt modelId="{46F80DE0-ABD0-4804-BF27-8A482D7951F0}" type="pres">
      <dgm:prSet presAssocID="{52F2B21C-5FA7-4B2D-8A04-2A88A100696B}" presName="ParentText" presStyleLbl="node1" presStyleIdx="2" presStyleCnt="3" custScaleX="216629">
        <dgm:presLayoutVars>
          <dgm:chMax val="1"/>
          <dgm:chPref val="1"/>
          <dgm:bulletEnabled val="1"/>
        </dgm:presLayoutVars>
      </dgm:prSet>
      <dgm:spPr/>
    </dgm:pt>
  </dgm:ptLst>
  <dgm:cxnLst>
    <dgm:cxn modelId="{6B71BC2A-2F96-4547-AE02-E531B3E6BFCD}" srcId="{9C8FF84B-5395-436E-BA7C-0C4CAE16507A}" destId="{52F2B21C-5FA7-4B2D-8A04-2A88A100696B}" srcOrd="2" destOrd="0" parTransId="{570BF059-09F2-469F-8323-91FA5D8CE5D2}" sibTransId="{AED9E0FD-6D5A-4568-AD7F-C1E21D378889}"/>
    <dgm:cxn modelId="{35953661-A187-4861-8430-BFBCA8376CAF}" type="presOf" srcId="{9C8FF84B-5395-436E-BA7C-0C4CAE16507A}" destId="{B23D591D-D28B-42FB-AE73-3E8607AB07CF}" srcOrd="0" destOrd="0" presId="urn:microsoft.com/office/officeart/2005/8/layout/StepDownProcess"/>
    <dgm:cxn modelId="{70527547-C389-4C56-AB08-8B66FF5774AD}" srcId="{B2EBF83C-0524-473B-B780-EF379336A78C}" destId="{F80F4620-A3F8-40E0-B343-A0AF87E6299A}" srcOrd="1" destOrd="0" parTransId="{D3A0CCAB-D5B7-43BC-A7B8-8878E95DB164}" sibTransId="{8C5E784D-5853-424A-946C-9FF3A7224198}"/>
    <dgm:cxn modelId="{26961D49-4B08-42DA-8008-82455D4D9F62}" srcId="{B2EBF83C-0524-473B-B780-EF379336A78C}" destId="{F6471E7B-76EA-4306-83EE-581726E56938}" srcOrd="0" destOrd="0" parTransId="{69370F2B-413C-499C-A67C-E947AA68FFC5}" sibTransId="{1520B5C9-850B-4B76-8A48-AAF61D6CA74B}"/>
    <dgm:cxn modelId="{4084D674-67E3-4E0B-86F4-3A6CFF72201A}" type="presOf" srcId="{B2EBF83C-0524-473B-B780-EF379336A78C}" destId="{77468C40-9D1B-45EA-83A0-FC2DD99BFE2F}" srcOrd="0" destOrd="0" presId="urn:microsoft.com/office/officeart/2005/8/layout/StepDownProcess"/>
    <dgm:cxn modelId="{6B222D80-46BF-4B7C-8D07-E65A1BF68850}" type="presOf" srcId="{F80F4620-A3F8-40E0-B343-A0AF87E6299A}" destId="{1F4A1050-234E-45EC-826A-430CE48EEE41}" srcOrd="0" destOrd="1" presId="urn:microsoft.com/office/officeart/2005/8/layout/StepDownProcess"/>
    <dgm:cxn modelId="{1E28F99E-61E3-476B-8C64-D3C0AB2A02BB}" srcId="{1399A586-A1EF-43F5-A94C-6FBCD8D0947B}" destId="{2EAD6C0F-D55E-4B37-A503-AADEBB308E2D}" srcOrd="0" destOrd="0" parTransId="{AAB18C51-9999-4FAF-8837-2CB56CD40D2F}" sibTransId="{B5A5654B-1424-4370-801E-0F08D277868D}"/>
    <dgm:cxn modelId="{916807A9-46BF-4995-BB32-6D707ED23400}" srcId="{9C8FF84B-5395-436E-BA7C-0C4CAE16507A}" destId="{B2EBF83C-0524-473B-B780-EF379336A78C}" srcOrd="0" destOrd="0" parTransId="{46558E8A-76BE-4E5C-B9C1-0E3C035B5C71}" sibTransId="{3DDB448C-45D2-4340-B1CB-ECA6B54F5473}"/>
    <dgm:cxn modelId="{E12521CB-DCF3-46EA-A197-661A85A061B5}" type="presOf" srcId="{52F2B21C-5FA7-4B2D-8A04-2A88A100696B}" destId="{46F80DE0-ABD0-4804-BF27-8A482D7951F0}" srcOrd="0" destOrd="0" presId="urn:microsoft.com/office/officeart/2005/8/layout/StepDownProcess"/>
    <dgm:cxn modelId="{9C6E72D0-0851-48D1-840D-02D03C998EBD}" type="presOf" srcId="{F6471E7B-76EA-4306-83EE-581726E56938}" destId="{1F4A1050-234E-45EC-826A-430CE48EEE41}" srcOrd="0" destOrd="0" presId="urn:microsoft.com/office/officeart/2005/8/layout/StepDownProcess"/>
    <dgm:cxn modelId="{8F9F0DD7-9CB5-4A7F-8F62-06106B381B63}" type="presOf" srcId="{1399A586-A1EF-43F5-A94C-6FBCD8D0947B}" destId="{3301E626-C09A-4082-A73E-7AC0B2E42D0C}" srcOrd="0" destOrd="0" presId="urn:microsoft.com/office/officeart/2005/8/layout/StepDownProcess"/>
    <dgm:cxn modelId="{368A68E3-B35B-402C-84C2-7481C86E8365}" srcId="{9C8FF84B-5395-436E-BA7C-0C4CAE16507A}" destId="{1399A586-A1EF-43F5-A94C-6FBCD8D0947B}" srcOrd="1" destOrd="0" parTransId="{1AF3E0FD-9E15-45BF-87F8-CDB08B659A55}" sibTransId="{44A17060-DB2C-473F-9EBF-94A670311A00}"/>
    <dgm:cxn modelId="{5342B6E6-ED34-4ED0-99C9-0F80FFD1C69C}" type="presOf" srcId="{2EAD6C0F-D55E-4B37-A503-AADEBB308E2D}" destId="{3F8BFBA5-3D17-46E3-AC5C-5786B4EB5DD0}" srcOrd="0" destOrd="0" presId="urn:microsoft.com/office/officeart/2005/8/layout/StepDownProcess"/>
    <dgm:cxn modelId="{E85371B8-6FE7-46CC-BFAE-0194EF64B201}" type="presParOf" srcId="{B23D591D-D28B-42FB-AE73-3E8607AB07CF}" destId="{C80F47FB-C4DD-46A0-A06A-B24C5022D2B7}" srcOrd="0" destOrd="0" presId="urn:microsoft.com/office/officeart/2005/8/layout/StepDownProcess"/>
    <dgm:cxn modelId="{307417E8-1F7B-435C-A75E-D7916082BA08}" type="presParOf" srcId="{C80F47FB-C4DD-46A0-A06A-B24C5022D2B7}" destId="{345F885B-F03E-4136-9184-3968CF36AEA0}" srcOrd="0" destOrd="0" presId="urn:microsoft.com/office/officeart/2005/8/layout/StepDownProcess"/>
    <dgm:cxn modelId="{9B03ECEF-48CA-420C-AC4E-25707FCFC18B}" type="presParOf" srcId="{C80F47FB-C4DD-46A0-A06A-B24C5022D2B7}" destId="{77468C40-9D1B-45EA-83A0-FC2DD99BFE2F}" srcOrd="1" destOrd="0" presId="urn:microsoft.com/office/officeart/2005/8/layout/StepDownProcess"/>
    <dgm:cxn modelId="{C54E7ED3-CA70-4D90-93E0-9C3575B160A1}" type="presParOf" srcId="{C80F47FB-C4DD-46A0-A06A-B24C5022D2B7}" destId="{1F4A1050-234E-45EC-826A-430CE48EEE41}" srcOrd="2" destOrd="0" presId="urn:microsoft.com/office/officeart/2005/8/layout/StepDownProcess"/>
    <dgm:cxn modelId="{B123A85C-1BE7-4035-8C40-746A004A3E71}" type="presParOf" srcId="{B23D591D-D28B-42FB-AE73-3E8607AB07CF}" destId="{24E8E71E-8005-406D-9EDD-AF5D5F5DE50B}" srcOrd="1" destOrd="0" presId="urn:microsoft.com/office/officeart/2005/8/layout/StepDownProcess"/>
    <dgm:cxn modelId="{5406B9F4-BC3A-4B15-A93C-01F3C672AC50}" type="presParOf" srcId="{B23D591D-D28B-42FB-AE73-3E8607AB07CF}" destId="{3F8D6B17-DB71-486A-92EA-EEA595C1BA68}" srcOrd="2" destOrd="0" presId="urn:microsoft.com/office/officeart/2005/8/layout/StepDownProcess"/>
    <dgm:cxn modelId="{8EC8E178-57E2-46A9-ADE6-3F79D896E816}" type="presParOf" srcId="{3F8D6B17-DB71-486A-92EA-EEA595C1BA68}" destId="{746B1F9B-ACA1-4FEE-9B97-4FAF5462F5D0}" srcOrd="0" destOrd="0" presId="urn:microsoft.com/office/officeart/2005/8/layout/StepDownProcess"/>
    <dgm:cxn modelId="{2B340CB6-96F6-4E38-AE93-CC32AE03DD57}" type="presParOf" srcId="{3F8D6B17-DB71-486A-92EA-EEA595C1BA68}" destId="{3301E626-C09A-4082-A73E-7AC0B2E42D0C}" srcOrd="1" destOrd="0" presId="urn:microsoft.com/office/officeart/2005/8/layout/StepDownProcess"/>
    <dgm:cxn modelId="{E7DF6423-9338-4A2A-9628-CBE6AE62BEBC}" type="presParOf" srcId="{3F8D6B17-DB71-486A-92EA-EEA595C1BA68}" destId="{3F8BFBA5-3D17-46E3-AC5C-5786B4EB5DD0}" srcOrd="2" destOrd="0" presId="urn:microsoft.com/office/officeart/2005/8/layout/StepDownProcess"/>
    <dgm:cxn modelId="{87BCF311-2471-4160-86A3-BE6631B888DC}" type="presParOf" srcId="{B23D591D-D28B-42FB-AE73-3E8607AB07CF}" destId="{65F36F55-8017-4A6F-B051-2B49846D66B3}" srcOrd="3" destOrd="0" presId="urn:microsoft.com/office/officeart/2005/8/layout/StepDownProcess"/>
    <dgm:cxn modelId="{961BEF0D-D200-4E6B-8289-C897F505A7EF}" type="presParOf" srcId="{B23D591D-D28B-42FB-AE73-3E8607AB07CF}" destId="{C68D19DB-08D2-42E3-BA08-DF9C1F57C592}" srcOrd="4" destOrd="0" presId="urn:microsoft.com/office/officeart/2005/8/layout/StepDownProcess"/>
    <dgm:cxn modelId="{30DF406D-5939-41AF-8E85-A576D3294BC2}" type="presParOf" srcId="{C68D19DB-08D2-42E3-BA08-DF9C1F57C592}" destId="{46F80DE0-ABD0-4804-BF27-8A482D7951F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30C6BB-AB01-42FF-BC85-BF14C96ACA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843C4D70-605F-4995-B7CE-0E87A95779A4}">
      <dgm:prSet/>
      <dgm:spPr/>
      <dgm:t>
        <a:bodyPr/>
        <a:lstStyle/>
        <a:p>
          <a:r>
            <a:rPr lang="en-US"/>
            <a:t>Gemeinsames Spiel</a:t>
          </a:r>
          <a:endParaRPr lang="de-DE"/>
        </a:p>
      </dgm:t>
    </dgm:pt>
    <dgm:pt modelId="{9D6AAA36-9701-4689-BF48-ADAD4C8C30E5}" type="parTrans" cxnId="{73D47910-258D-4E67-8C75-9E211CDE4126}">
      <dgm:prSet/>
      <dgm:spPr/>
      <dgm:t>
        <a:bodyPr/>
        <a:lstStyle/>
        <a:p>
          <a:endParaRPr lang="de-DE"/>
        </a:p>
      </dgm:t>
    </dgm:pt>
    <dgm:pt modelId="{33AB842A-1CF0-4725-9138-B658C391A67F}" type="sibTrans" cxnId="{73D47910-258D-4E67-8C75-9E211CDE4126}">
      <dgm:prSet/>
      <dgm:spPr/>
      <dgm:t>
        <a:bodyPr/>
        <a:lstStyle/>
        <a:p>
          <a:endParaRPr lang="de-DE"/>
        </a:p>
      </dgm:t>
    </dgm:pt>
    <dgm:pt modelId="{10AB6AEB-8E27-45B9-B123-736A299A18C4}">
      <dgm:prSet/>
      <dgm:spPr/>
      <dgm:t>
        <a:bodyPr/>
        <a:lstStyle/>
        <a:p>
          <a:r>
            <a:rPr lang="en-US"/>
            <a:t>Basics sehen</a:t>
          </a:r>
          <a:endParaRPr lang="de-DE"/>
        </a:p>
      </dgm:t>
    </dgm:pt>
    <dgm:pt modelId="{32A1A761-D4C7-4BCC-8080-BECC91A185D7}" type="parTrans" cxnId="{DD3FA4A0-1067-4A2C-B9B3-76E46F065EF8}">
      <dgm:prSet/>
      <dgm:spPr/>
      <dgm:t>
        <a:bodyPr/>
        <a:lstStyle/>
        <a:p>
          <a:endParaRPr lang="de-DE"/>
        </a:p>
      </dgm:t>
    </dgm:pt>
    <dgm:pt modelId="{22C2AEBB-6260-435F-88BC-D1DFAF0D8B10}" type="sibTrans" cxnId="{DD3FA4A0-1067-4A2C-B9B3-76E46F065EF8}">
      <dgm:prSet/>
      <dgm:spPr/>
      <dgm:t>
        <a:bodyPr/>
        <a:lstStyle/>
        <a:p>
          <a:endParaRPr lang="de-DE"/>
        </a:p>
      </dgm:t>
    </dgm:pt>
    <dgm:pt modelId="{5716F6AF-05AF-4DA3-B804-378CC316376B}">
      <dgm:prSet/>
      <dgm:spPr/>
      <dgm:t>
        <a:bodyPr/>
        <a:lstStyle/>
        <a:p>
          <a:r>
            <a:rPr lang="en-US"/>
            <a:t>Möglichkeit zur Gestaltung</a:t>
          </a:r>
          <a:endParaRPr lang="de-DE"/>
        </a:p>
      </dgm:t>
    </dgm:pt>
    <dgm:pt modelId="{EB8DD2D1-431C-4319-BA8E-0C94D240F16E}" type="parTrans" cxnId="{CD7C4E72-3607-4D04-A51B-4E5129157A23}">
      <dgm:prSet/>
      <dgm:spPr/>
      <dgm:t>
        <a:bodyPr/>
        <a:lstStyle/>
        <a:p>
          <a:endParaRPr lang="de-DE"/>
        </a:p>
      </dgm:t>
    </dgm:pt>
    <dgm:pt modelId="{7F1A648B-F51F-4E22-9FAC-9704930A72FB}" type="sibTrans" cxnId="{CD7C4E72-3607-4D04-A51B-4E5129157A23}">
      <dgm:prSet/>
      <dgm:spPr/>
      <dgm:t>
        <a:bodyPr/>
        <a:lstStyle/>
        <a:p>
          <a:endParaRPr lang="de-DE"/>
        </a:p>
      </dgm:t>
    </dgm:pt>
    <dgm:pt modelId="{BD6D6402-1BB2-4A68-9FA0-7FAD69260EE1}" type="pres">
      <dgm:prSet presAssocID="{A730C6BB-AB01-42FF-BC85-BF14C96ACAB8}" presName="linear" presStyleCnt="0">
        <dgm:presLayoutVars>
          <dgm:animLvl val="lvl"/>
          <dgm:resizeHandles val="exact"/>
        </dgm:presLayoutVars>
      </dgm:prSet>
      <dgm:spPr/>
    </dgm:pt>
    <dgm:pt modelId="{1F45B1BB-54E4-42FF-90CC-180597E0C67E}" type="pres">
      <dgm:prSet presAssocID="{843C4D70-605F-4995-B7CE-0E87A95779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7DB4AB-1689-41FF-A3C3-A69ECF6B9EFC}" type="pres">
      <dgm:prSet presAssocID="{33AB842A-1CF0-4725-9138-B658C391A67F}" presName="spacer" presStyleCnt="0"/>
      <dgm:spPr/>
    </dgm:pt>
    <dgm:pt modelId="{C65892CD-5233-403F-98A9-4E7516193113}" type="pres">
      <dgm:prSet presAssocID="{10AB6AEB-8E27-45B9-B123-736A299A18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F05DBA6-E469-4EA7-82DE-67E12BC1B971}" type="pres">
      <dgm:prSet presAssocID="{22C2AEBB-6260-435F-88BC-D1DFAF0D8B10}" presName="spacer" presStyleCnt="0"/>
      <dgm:spPr/>
    </dgm:pt>
    <dgm:pt modelId="{FFB4E97C-4F15-4BDA-93A8-C92318668D88}" type="pres">
      <dgm:prSet presAssocID="{5716F6AF-05AF-4DA3-B804-378CC31637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36C1804-8283-4399-AFF4-CBA3EAD3B0AF}" type="presOf" srcId="{843C4D70-605F-4995-B7CE-0E87A95779A4}" destId="{1F45B1BB-54E4-42FF-90CC-180597E0C67E}" srcOrd="0" destOrd="0" presId="urn:microsoft.com/office/officeart/2005/8/layout/vList2"/>
    <dgm:cxn modelId="{73D47910-258D-4E67-8C75-9E211CDE4126}" srcId="{A730C6BB-AB01-42FF-BC85-BF14C96ACAB8}" destId="{843C4D70-605F-4995-B7CE-0E87A95779A4}" srcOrd="0" destOrd="0" parTransId="{9D6AAA36-9701-4689-BF48-ADAD4C8C30E5}" sibTransId="{33AB842A-1CF0-4725-9138-B658C391A67F}"/>
    <dgm:cxn modelId="{1B796D19-6D79-4DA4-B897-565730233621}" type="presOf" srcId="{10AB6AEB-8E27-45B9-B123-736A299A18C4}" destId="{C65892CD-5233-403F-98A9-4E7516193113}" srcOrd="0" destOrd="0" presId="urn:microsoft.com/office/officeart/2005/8/layout/vList2"/>
    <dgm:cxn modelId="{CD7C4E72-3607-4D04-A51B-4E5129157A23}" srcId="{A730C6BB-AB01-42FF-BC85-BF14C96ACAB8}" destId="{5716F6AF-05AF-4DA3-B804-378CC316376B}" srcOrd="2" destOrd="0" parTransId="{EB8DD2D1-431C-4319-BA8E-0C94D240F16E}" sibTransId="{7F1A648B-F51F-4E22-9FAC-9704930A72FB}"/>
    <dgm:cxn modelId="{790BEE8A-693C-4BDD-8632-22368E34D69E}" type="presOf" srcId="{5716F6AF-05AF-4DA3-B804-378CC316376B}" destId="{FFB4E97C-4F15-4BDA-93A8-C92318668D88}" srcOrd="0" destOrd="0" presId="urn:microsoft.com/office/officeart/2005/8/layout/vList2"/>
    <dgm:cxn modelId="{DD3FA4A0-1067-4A2C-B9B3-76E46F065EF8}" srcId="{A730C6BB-AB01-42FF-BC85-BF14C96ACAB8}" destId="{10AB6AEB-8E27-45B9-B123-736A299A18C4}" srcOrd="1" destOrd="0" parTransId="{32A1A761-D4C7-4BCC-8080-BECC91A185D7}" sibTransId="{22C2AEBB-6260-435F-88BC-D1DFAF0D8B10}"/>
    <dgm:cxn modelId="{D90B96FC-081A-4C88-8EFE-8C452EED6504}" type="presOf" srcId="{A730C6BB-AB01-42FF-BC85-BF14C96ACAB8}" destId="{BD6D6402-1BB2-4A68-9FA0-7FAD69260EE1}" srcOrd="0" destOrd="0" presId="urn:microsoft.com/office/officeart/2005/8/layout/vList2"/>
    <dgm:cxn modelId="{15B3CA41-38E9-4350-AF43-C426BDDF46D9}" type="presParOf" srcId="{BD6D6402-1BB2-4A68-9FA0-7FAD69260EE1}" destId="{1F45B1BB-54E4-42FF-90CC-180597E0C67E}" srcOrd="0" destOrd="0" presId="urn:microsoft.com/office/officeart/2005/8/layout/vList2"/>
    <dgm:cxn modelId="{21FCAABB-CABB-456D-A827-77FAD1FB0C8F}" type="presParOf" srcId="{BD6D6402-1BB2-4A68-9FA0-7FAD69260EE1}" destId="{0C7DB4AB-1689-41FF-A3C3-A69ECF6B9EFC}" srcOrd="1" destOrd="0" presId="urn:microsoft.com/office/officeart/2005/8/layout/vList2"/>
    <dgm:cxn modelId="{DAD45A36-0526-4C92-BE98-C487604455FE}" type="presParOf" srcId="{BD6D6402-1BB2-4A68-9FA0-7FAD69260EE1}" destId="{C65892CD-5233-403F-98A9-4E7516193113}" srcOrd="2" destOrd="0" presId="urn:microsoft.com/office/officeart/2005/8/layout/vList2"/>
    <dgm:cxn modelId="{E514AE95-6348-4359-AB17-E4121EAD6AFA}" type="presParOf" srcId="{BD6D6402-1BB2-4A68-9FA0-7FAD69260EE1}" destId="{3F05DBA6-E469-4EA7-82DE-67E12BC1B971}" srcOrd="3" destOrd="0" presId="urn:microsoft.com/office/officeart/2005/8/layout/vList2"/>
    <dgm:cxn modelId="{CF426294-339B-44FF-99B3-70D6BBF8AED6}" type="presParOf" srcId="{BD6D6402-1BB2-4A68-9FA0-7FAD69260EE1}" destId="{FFB4E97C-4F15-4BDA-93A8-C92318668D8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4D8DC2-548A-4E53-BEF4-BF6DC76015EC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4A7DA6F-8854-4F4C-873D-177DB7403171}">
      <dgm:prSet phldrT="[Text]"/>
      <dgm:spPr/>
      <dgm:t>
        <a:bodyPr/>
        <a:lstStyle/>
        <a:p>
          <a:r>
            <a:rPr lang="de-DE" dirty="0"/>
            <a:t>Pong</a:t>
          </a:r>
        </a:p>
      </dgm:t>
    </dgm:pt>
    <dgm:pt modelId="{B81CD2FF-ED31-45D5-A649-283D5E6E6597}" type="parTrans" cxnId="{0E96BDA2-F873-43E2-8AEF-C7D20EEFAFB5}">
      <dgm:prSet/>
      <dgm:spPr/>
      <dgm:t>
        <a:bodyPr/>
        <a:lstStyle/>
        <a:p>
          <a:endParaRPr lang="de-DE"/>
        </a:p>
      </dgm:t>
    </dgm:pt>
    <dgm:pt modelId="{40BFD8EC-97FB-493B-A108-C0CA69478FE9}" type="sibTrans" cxnId="{0E96BDA2-F873-43E2-8AEF-C7D20EEFAFB5}">
      <dgm:prSet/>
      <dgm:spPr/>
      <dgm:t>
        <a:bodyPr/>
        <a:lstStyle/>
        <a:p>
          <a:endParaRPr lang="de-DE"/>
        </a:p>
      </dgm:t>
    </dgm:pt>
    <dgm:pt modelId="{BC5869C0-743F-4B40-AA09-9D873EE74E55}">
      <dgm:prSet phldrT="[Text]"/>
      <dgm:spPr/>
      <dgm:t>
        <a:bodyPr/>
        <a:lstStyle/>
        <a:p>
          <a:r>
            <a:rPr lang="de-DE" dirty="0"/>
            <a:t>Snake</a:t>
          </a:r>
        </a:p>
      </dgm:t>
    </dgm:pt>
    <dgm:pt modelId="{B21B3BBD-6FC5-40BC-92BA-4217A67D3A68}" type="parTrans" cxnId="{8449238F-9D29-49D9-878F-3E03DFF4518C}">
      <dgm:prSet/>
      <dgm:spPr/>
      <dgm:t>
        <a:bodyPr/>
        <a:lstStyle/>
        <a:p>
          <a:endParaRPr lang="de-DE"/>
        </a:p>
      </dgm:t>
    </dgm:pt>
    <dgm:pt modelId="{FA8DFD87-4FE4-42C7-8D07-191EF34774D5}" type="sibTrans" cxnId="{8449238F-9D29-49D9-878F-3E03DFF4518C}">
      <dgm:prSet/>
      <dgm:spPr/>
      <dgm:t>
        <a:bodyPr/>
        <a:lstStyle/>
        <a:p>
          <a:endParaRPr lang="de-DE"/>
        </a:p>
      </dgm:t>
    </dgm:pt>
    <dgm:pt modelId="{354139C9-A12D-4CF8-A2E5-A4D3BBFA5BF3}">
      <dgm:prSet phldrT="[Text]"/>
      <dgm:spPr/>
      <dgm:t>
        <a:bodyPr/>
        <a:lstStyle/>
        <a:p>
          <a:r>
            <a:rPr lang="de-DE" dirty="0" err="1"/>
            <a:t>FlappyBird</a:t>
          </a:r>
          <a:endParaRPr lang="de-DE" dirty="0"/>
        </a:p>
      </dgm:t>
    </dgm:pt>
    <dgm:pt modelId="{0BCF4E26-A725-4CA1-9509-53456C53FB36}" type="parTrans" cxnId="{E7AC9329-D7E0-4E0F-A8B9-DD7EA024940F}">
      <dgm:prSet/>
      <dgm:spPr/>
      <dgm:t>
        <a:bodyPr/>
        <a:lstStyle/>
        <a:p>
          <a:endParaRPr lang="de-DE"/>
        </a:p>
      </dgm:t>
    </dgm:pt>
    <dgm:pt modelId="{96B39E86-C462-4712-8019-BC605D5AD39B}" type="sibTrans" cxnId="{E7AC9329-D7E0-4E0F-A8B9-DD7EA024940F}">
      <dgm:prSet/>
      <dgm:spPr/>
      <dgm:t>
        <a:bodyPr/>
        <a:lstStyle/>
        <a:p>
          <a:endParaRPr lang="de-DE"/>
        </a:p>
      </dgm:t>
    </dgm:pt>
    <dgm:pt modelId="{4F819ABE-895D-4337-B6B1-CB7082E6BE2C}">
      <dgm:prSet/>
      <dgm:spPr/>
      <dgm:t>
        <a:bodyPr/>
        <a:lstStyle/>
        <a:p>
          <a:r>
            <a:rPr lang="de-DE" dirty="0" err="1"/>
            <a:t>DoodleJump</a:t>
          </a:r>
          <a:endParaRPr lang="de-DE" dirty="0"/>
        </a:p>
      </dgm:t>
    </dgm:pt>
    <dgm:pt modelId="{FFF4B6C1-3724-41BA-8A80-477A2C0AB817}" type="parTrans" cxnId="{BCF40A2C-1640-438E-A4CF-EA1C93B4F813}">
      <dgm:prSet/>
      <dgm:spPr/>
      <dgm:t>
        <a:bodyPr/>
        <a:lstStyle/>
        <a:p>
          <a:endParaRPr lang="de-DE"/>
        </a:p>
      </dgm:t>
    </dgm:pt>
    <dgm:pt modelId="{C9EA0A3B-526E-42C0-93C4-363B487F6848}" type="sibTrans" cxnId="{BCF40A2C-1640-438E-A4CF-EA1C93B4F813}">
      <dgm:prSet/>
      <dgm:spPr/>
      <dgm:t>
        <a:bodyPr/>
        <a:lstStyle/>
        <a:p>
          <a:endParaRPr lang="de-DE"/>
        </a:p>
      </dgm:t>
    </dgm:pt>
    <dgm:pt modelId="{B6614441-799D-48B4-BC95-15BAA89CAF00}">
      <dgm:prSet/>
      <dgm:spPr/>
      <dgm:t>
        <a:bodyPr/>
        <a:lstStyle/>
        <a:p>
          <a:r>
            <a:rPr lang="de-DE" dirty="0" err="1"/>
            <a:t>DinoGame</a:t>
          </a:r>
          <a:endParaRPr lang="de-DE" dirty="0"/>
        </a:p>
      </dgm:t>
    </dgm:pt>
    <dgm:pt modelId="{40CAF774-3287-40E3-9F5A-5672A0CFA517}" type="parTrans" cxnId="{F735E0A3-0DAC-43B8-B530-84BD9843471C}">
      <dgm:prSet/>
      <dgm:spPr/>
      <dgm:t>
        <a:bodyPr/>
        <a:lstStyle/>
        <a:p>
          <a:endParaRPr lang="de-DE"/>
        </a:p>
      </dgm:t>
    </dgm:pt>
    <dgm:pt modelId="{E9D80B30-D1B9-4809-ABF2-C94B3C9EEBBE}" type="sibTrans" cxnId="{F735E0A3-0DAC-43B8-B530-84BD9843471C}">
      <dgm:prSet/>
      <dgm:spPr/>
      <dgm:t>
        <a:bodyPr/>
        <a:lstStyle/>
        <a:p>
          <a:endParaRPr lang="de-DE"/>
        </a:p>
      </dgm:t>
    </dgm:pt>
    <dgm:pt modelId="{346BE430-4D73-43CD-97C4-549C391B8919}">
      <dgm:prSet/>
      <dgm:spPr/>
      <dgm:t>
        <a:bodyPr/>
        <a:lstStyle/>
        <a:p>
          <a:r>
            <a:rPr lang="de-DE" dirty="0"/>
            <a:t>Eigenes Spiel</a:t>
          </a:r>
        </a:p>
      </dgm:t>
    </dgm:pt>
    <dgm:pt modelId="{0E2E6030-5701-470F-9B99-D8293AD6A8ED}" type="parTrans" cxnId="{24D92253-6772-43F4-9425-DAB284603998}">
      <dgm:prSet/>
      <dgm:spPr/>
      <dgm:t>
        <a:bodyPr/>
        <a:lstStyle/>
        <a:p>
          <a:endParaRPr lang="de-DE"/>
        </a:p>
      </dgm:t>
    </dgm:pt>
    <dgm:pt modelId="{A87C963F-6831-447E-B2B9-C36F06D4C459}" type="sibTrans" cxnId="{24D92253-6772-43F4-9425-DAB284603998}">
      <dgm:prSet/>
      <dgm:spPr/>
      <dgm:t>
        <a:bodyPr/>
        <a:lstStyle/>
        <a:p>
          <a:endParaRPr lang="de-DE"/>
        </a:p>
      </dgm:t>
    </dgm:pt>
    <dgm:pt modelId="{71A2BDB0-4F11-4EEB-A4DF-8916E007CFAD}" type="pres">
      <dgm:prSet presAssocID="{994D8DC2-548A-4E53-BEF4-BF6DC76015EC}" presName="Name0" presStyleCnt="0">
        <dgm:presLayoutVars>
          <dgm:dir/>
          <dgm:resizeHandles val="exact"/>
        </dgm:presLayoutVars>
      </dgm:prSet>
      <dgm:spPr/>
    </dgm:pt>
    <dgm:pt modelId="{08BE8926-F608-4727-A6A3-8E5353E7E2B5}" type="pres">
      <dgm:prSet presAssocID="{64A7DA6F-8854-4F4C-873D-177DB7403171}" presName="composite" presStyleCnt="0"/>
      <dgm:spPr/>
    </dgm:pt>
    <dgm:pt modelId="{37DE9A8F-9445-462E-A23B-BD73C0B2087B}" type="pres">
      <dgm:prSet presAssocID="{64A7DA6F-8854-4F4C-873D-177DB7403171}" presName="rect1" presStyleLbl="b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9B723C8-5AD7-4CAB-8B24-8D8F1EC46114}" type="pres">
      <dgm:prSet presAssocID="{64A7DA6F-8854-4F4C-873D-177DB7403171}" presName="wedgeRectCallout1" presStyleLbl="node1" presStyleIdx="0" presStyleCnt="6">
        <dgm:presLayoutVars>
          <dgm:bulletEnabled val="1"/>
        </dgm:presLayoutVars>
      </dgm:prSet>
      <dgm:spPr/>
    </dgm:pt>
    <dgm:pt modelId="{00D706B1-A1D3-4624-BB41-81A3CA466AFD}" type="pres">
      <dgm:prSet presAssocID="{40BFD8EC-97FB-493B-A108-C0CA69478FE9}" presName="sibTrans" presStyleCnt="0"/>
      <dgm:spPr/>
    </dgm:pt>
    <dgm:pt modelId="{69550E8A-5EB8-44DD-AED0-14C12F4E41A7}" type="pres">
      <dgm:prSet presAssocID="{BC5869C0-743F-4B40-AA09-9D873EE74E55}" presName="composite" presStyleCnt="0"/>
      <dgm:spPr/>
    </dgm:pt>
    <dgm:pt modelId="{CBE70FCD-6855-4645-9624-6734D3C2B2B1}" type="pres">
      <dgm:prSet presAssocID="{BC5869C0-743F-4B40-AA09-9D873EE74E55}" presName="rect1" presStyleLbl="bg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13A68E1A-C763-4695-ADFA-B9ADF7C1F744}" type="pres">
      <dgm:prSet presAssocID="{BC5869C0-743F-4B40-AA09-9D873EE74E55}" presName="wedgeRectCallout1" presStyleLbl="node1" presStyleIdx="1" presStyleCnt="6">
        <dgm:presLayoutVars>
          <dgm:bulletEnabled val="1"/>
        </dgm:presLayoutVars>
      </dgm:prSet>
      <dgm:spPr/>
    </dgm:pt>
    <dgm:pt modelId="{3E35A101-7B7A-4C6B-8594-DA44A1D697DD}" type="pres">
      <dgm:prSet presAssocID="{FA8DFD87-4FE4-42C7-8D07-191EF34774D5}" presName="sibTrans" presStyleCnt="0"/>
      <dgm:spPr/>
    </dgm:pt>
    <dgm:pt modelId="{7E3AFE66-AA44-4290-9E68-86D88B69E61E}" type="pres">
      <dgm:prSet presAssocID="{354139C9-A12D-4CF8-A2E5-A4D3BBFA5BF3}" presName="composite" presStyleCnt="0"/>
      <dgm:spPr/>
    </dgm:pt>
    <dgm:pt modelId="{0884B813-94C2-4725-A2E4-E757391C85C6}" type="pres">
      <dgm:prSet presAssocID="{354139C9-A12D-4CF8-A2E5-A4D3BBFA5BF3}" presName="rect1" presStyleLbl="b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</dgm:spPr>
    </dgm:pt>
    <dgm:pt modelId="{D91953E1-7F19-45E2-82FC-C2259C08D1F9}" type="pres">
      <dgm:prSet presAssocID="{354139C9-A12D-4CF8-A2E5-A4D3BBFA5BF3}" presName="wedgeRectCallout1" presStyleLbl="node1" presStyleIdx="2" presStyleCnt="6">
        <dgm:presLayoutVars>
          <dgm:bulletEnabled val="1"/>
        </dgm:presLayoutVars>
      </dgm:prSet>
      <dgm:spPr/>
    </dgm:pt>
    <dgm:pt modelId="{3DA1C59E-D69E-40DA-BD7F-75BB3D15B8E4}" type="pres">
      <dgm:prSet presAssocID="{96B39E86-C462-4712-8019-BC605D5AD39B}" presName="sibTrans" presStyleCnt="0"/>
      <dgm:spPr/>
    </dgm:pt>
    <dgm:pt modelId="{64ECE730-0344-4C2E-ACA2-169FE16F00D0}" type="pres">
      <dgm:prSet presAssocID="{4F819ABE-895D-4337-B6B1-CB7082E6BE2C}" presName="composite" presStyleCnt="0"/>
      <dgm:spPr/>
    </dgm:pt>
    <dgm:pt modelId="{778F18B1-335F-4A47-B0B0-83A0A8AE7094}" type="pres">
      <dgm:prSet presAssocID="{4F819ABE-895D-4337-B6B1-CB7082E6BE2C}" presName="rect1" presStyleLbl="b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A665F758-EE6A-4072-B00F-02B34FA64F05}" type="pres">
      <dgm:prSet presAssocID="{4F819ABE-895D-4337-B6B1-CB7082E6BE2C}" presName="wedgeRectCallout1" presStyleLbl="node1" presStyleIdx="3" presStyleCnt="6">
        <dgm:presLayoutVars>
          <dgm:bulletEnabled val="1"/>
        </dgm:presLayoutVars>
      </dgm:prSet>
      <dgm:spPr/>
    </dgm:pt>
    <dgm:pt modelId="{07E85743-5954-4D94-83E6-17CACBD95541}" type="pres">
      <dgm:prSet presAssocID="{C9EA0A3B-526E-42C0-93C4-363B487F6848}" presName="sibTrans" presStyleCnt="0"/>
      <dgm:spPr/>
    </dgm:pt>
    <dgm:pt modelId="{FDB65890-6959-4E09-ACF4-122E2166999B}" type="pres">
      <dgm:prSet presAssocID="{B6614441-799D-48B4-BC95-15BAA89CAF00}" presName="composite" presStyleCnt="0"/>
      <dgm:spPr/>
    </dgm:pt>
    <dgm:pt modelId="{CB538E6F-320D-41C0-935B-E54EAEF61A20}" type="pres">
      <dgm:prSet presAssocID="{B6614441-799D-48B4-BC95-15BAA89CAF00}" presName="rect1" presStyleLbl="b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571F5360-285C-428F-84E7-3925534F8919}" type="pres">
      <dgm:prSet presAssocID="{B6614441-799D-48B4-BC95-15BAA89CAF00}" presName="wedgeRectCallout1" presStyleLbl="node1" presStyleIdx="4" presStyleCnt="6">
        <dgm:presLayoutVars>
          <dgm:bulletEnabled val="1"/>
        </dgm:presLayoutVars>
      </dgm:prSet>
      <dgm:spPr/>
    </dgm:pt>
    <dgm:pt modelId="{679D1298-A149-49E9-A9E1-35B6AD09D86F}" type="pres">
      <dgm:prSet presAssocID="{E9D80B30-D1B9-4809-ABF2-C94B3C9EEBBE}" presName="sibTrans" presStyleCnt="0"/>
      <dgm:spPr/>
    </dgm:pt>
    <dgm:pt modelId="{98E2B698-EE61-4710-BF0C-FD91017B1BF0}" type="pres">
      <dgm:prSet presAssocID="{346BE430-4D73-43CD-97C4-549C391B8919}" presName="composite" presStyleCnt="0"/>
      <dgm:spPr/>
    </dgm:pt>
    <dgm:pt modelId="{EC6826E9-8602-42B1-8417-6B5AFE503D86}" type="pres">
      <dgm:prSet presAssocID="{346BE430-4D73-43CD-97C4-549C391B8919}" presName="rect1" presStyleLbl="b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  <dgm:pt modelId="{6AEE02F5-17F5-4D2B-BD2A-C1B303E27484}" type="pres">
      <dgm:prSet presAssocID="{346BE430-4D73-43CD-97C4-549C391B8919}" presName="wedgeRectCallout1" presStyleLbl="node1" presStyleIdx="5" presStyleCnt="6">
        <dgm:presLayoutVars>
          <dgm:bulletEnabled val="1"/>
        </dgm:presLayoutVars>
      </dgm:prSet>
      <dgm:spPr/>
    </dgm:pt>
  </dgm:ptLst>
  <dgm:cxnLst>
    <dgm:cxn modelId="{36781A1A-CC3F-4BDE-8FD5-A078EC99DB56}" type="presOf" srcId="{4F819ABE-895D-4337-B6B1-CB7082E6BE2C}" destId="{A665F758-EE6A-4072-B00F-02B34FA64F05}" srcOrd="0" destOrd="0" presId="urn:microsoft.com/office/officeart/2008/layout/BendingPictureCaptionList"/>
    <dgm:cxn modelId="{E7AC9329-D7E0-4E0F-A8B9-DD7EA024940F}" srcId="{994D8DC2-548A-4E53-BEF4-BF6DC76015EC}" destId="{354139C9-A12D-4CF8-A2E5-A4D3BBFA5BF3}" srcOrd="2" destOrd="0" parTransId="{0BCF4E26-A725-4CA1-9509-53456C53FB36}" sibTransId="{96B39E86-C462-4712-8019-BC605D5AD39B}"/>
    <dgm:cxn modelId="{BCF40A2C-1640-438E-A4CF-EA1C93B4F813}" srcId="{994D8DC2-548A-4E53-BEF4-BF6DC76015EC}" destId="{4F819ABE-895D-4337-B6B1-CB7082E6BE2C}" srcOrd="3" destOrd="0" parTransId="{FFF4B6C1-3724-41BA-8A80-477A2C0AB817}" sibTransId="{C9EA0A3B-526E-42C0-93C4-363B487F6848}"/>
    <dgm:cxn modelId="{24D92253-6772-43F4-9425-DAB284603998}" srcId="{994D8DC2-548A-4E53-BEF4-BF6DC76015EC}" destId="{346BE430-4D73-43CD-97C4-549C391B8919}" srcOrd="5" destOrd="0" parTransId="{0E2E6030-5701-470F-9B99-D8293AD6A8ED}" sibTransId="{A87C963F-6831-447E-B2B9-C36F06D4C459}"/>
    <dgm:cxn modelId="{FF074C73-9E87-43BE-BEA2-08535BA2BAAB}" type="presOf" srcId="{346BE430-4D73-43CD-97C4-549C391B8919}" destId="{6AEE02F5-17F5-4D2B-BD2A-C1B303E27484}" srcOrd="0" destOrd="0" presId="urn:microsoft.com/office/officeart/2008/layout/BendingPictureCaptionList"/>
    <dgm:cxn modelId="{4A55A483-8FFC-4F00-A5F6-C5B42CA5C9C1}" type="presOf" srcId="{64A7DA6F-8854-4F4C-873D-177DB7403171}" destId="{19B723C8-5AD7-4CAB-8B24-8D8F1EC46114}" srcOrd="0" destOrd="0" presId="urn:microsoft.com/office/officeart/2008/layout/BendingPictureCaptionList"/>
    <dgm:cxn modelId="{8449238F-9D29-49D9-878F-3E03DFF4518C}" srcId="{994D8DC2-548A-4E53-BEF4-BF6DC76015EC}" destId="{BC5869C0-743F-4B40-AA09-9D873EE74E55}" srcOrd="1" destOrd="0" parTransId="{B21B3BBD-6FC5-40BC-92BA-4217A67D3A68}" sibTransId="{FA8DFD87-4FE4-42C7-8D07-191EF34774D5}"/>
    <dgm:cxn modelId="{8908338F-6BD5-4A35-A1AD-D2B2CC15C90B}" type="presOf" srcId="{994D8DC2-548A-4E53-BEF4-BF6DC76015EC}" destId="{71A2BDB0-4F11-4EEB-A4DF-8916E007CFAD}" srcOrd="0" destOrd="0" presId="urn:microsoft.com/office/officeart/2008/layout/BendingPictureCaptionList"/>
    <dgm:cxn modelId="{0E96BDA2-F873-43E2-8AEF-C7D20EEFAFB5}" srcId="{994D8DC2-548A-4E53-BEF4-BF6DC76015EC}" destId="{64A7DA6F-8854-4F4C-873D-177DB7403171}" srcOrd="0" destOrd="0" parTransId="{B81CD2FF-ED31-45D5-A649-283D5E6E6597}" sibTransId="{40BFD8EC-97FB-493B-A108-C0CA69478FE9}"/>
    <dgm:cxn modelId="{F735E0A3-0DAC-43B8-B530-84BD9843471C}" srcId="{994D8DC2-548A-4E53-BEF4-BF6DC76015EC}" destId="{B6614441-799D-48B4-BC95-15BAA89CAF00}" srcOrd="4" destOrd="0" parTransId="{40CAF774-3287-40E3-9F5A-5672A0CFA517}" sibTransId="{E9D80B30-D1B9-4809-ABF2-C94B3C9EEBBE}"/>
    <dgm:cxn modelId="{FD20BEC1-C355-41D9-A368-58A1BA3F5E3E}" type="presOf" srcId="{BC5869C0-743F-4B40-AA09-9D873EE74E55}" destId="{13A68E1A-C763-4695-ADFA-B9ADF7C1F744}" srcOrd="0" destOrd="0" presId="urn:microsoft.com/office/officeart/2008/layout/BendingPictureCaptionList"/>
    <dgm:cxn modelId="{8915DCD9-BB93-48A7-91C8-996D202F514B}" type="presOf" srcId="{354139C9-A12D-4CF8-A2E5-A4D3BBFA5BF3}" destId="{D91953E1-7F19-45E2-82FC-C2259C08D1F9}" srcOrd="0" destOrd="0" presId="urn:microsoft.com/office/officeart/2008/layout/BendingPictureCaptionList"/>
    <dgm:cxn modelId="{C9CA17E2-9867-4331-A54C-DC64A9E59124}" type="presOf" srcId="{B6614441-799D-48B4-BC95-15BAA89CAF00}" destId="{571F5360-285C-428F-84E7-3925534F8919}" srcOrd="0" destOrd="0" presId="urn:microsoft.com/office/officeart/2008/layout/BendingPictureCaptionList"/>
    <dgm:cxn modelId="{9107EB7B-CC97-417A-AE33-7EF758F2EBB0}" type="presParOf" srcId="{71A2BDB0-4F11-4EEB-A4DF-8916E007CFAD}" destId="{08BE8926-F608-4727-A6A3-8E5353E7E2B5}" srcOrd="0" destOrd="0" presId="urn:microsoft.com/office/officeart/2008/layout/BendingPictureCaptionList"/>
    <dgm:cxn modelId="{37B12CB1-7B9B-4E90-A85D-216797D7F874}" type="presParOf" srcId="{08BE8926-F608-4727-A6A3-8E5353E7E2B5}" destId="{37DE9A8F-9445-462E-A23B-BD73C0B2087B}" srcOrd="0" destOrd="0" presId="urn:microsoft.com/office/officeart/2008/layout/BendingPictureCaptionList"/>
    <dgm:cxn modelId="{8CAD6E20-6889-4DAC-8E33-07F6D9A1B587}" type="presParOf" srcId="{08BE8926-F608-4727-A6A3-8E5353E7E2B5}" destId="{19B723C8-5AD7-4CAB-8B24-8D8F1EC46114}" srcOrd="1" destOrd="0" presId="urn:microsoft.com/office/officeart/2008/layout/BendingPictureCaptionList"/>
    <dgm:cxn modelId="{55557674-85E9-4C26-8313-DD41197B8D3D}" type="presParOf" srcId="{71A2BDB0-4F11-4EEB-A4DF-8916E007CFAD}" destId="{00D706B1-A1D3-4624-BB41-81A3CA466AFD}" srcOrd="1" destOrd="0" presId="urn:microsoft.com/office/officeart/2008/layout/BendingPictureCaptionList"/>
    <dgm:cxn modelId="{B6AFA5B3-4DE1-4D6C-AEDD-66620D215835}" type="presParOf" srcId="{71A2BDB0-4F11-4EEB-A4DF-8916E007CFAD}" destId="{69550E8A-5EB8-44DD-AED0-14C12F4E41A7}" srcOrd="2" destOrd="0" presId="urn:microsoft.com/office/officeart/2008/layout/BendingPictureCaptionList"/>
    <dgm:cxn modelId="{D2823A32-20CD-4E9D-8D45-34E9F8403F6F}" type="presParOf" srcId="{69550E8A-5EB8-44DD-AED0-14C12F4E41A7}" destId="{CBE70FCD-6855-4645-9624-6734D3C2B2B1}" srcOrd="0" destOrd="0" presId="urn:microsoft.com/office/officeart/2008/layout/BendingPictureCaptionList"/>
    <dgm:cxn modelId="{0576A797-5385-4B9C-B744-B3969C10E049}" type="presParOf" srcId="{69550E8A-5EB8-44DD-AED0-14C12F4E41A7}" destId="{13A68E1A-C763-4695-ADFA-B9ADF7C1F744}" srcOrd="1" destOrd="0" presId="urn:microsoft.com/office/officeart/2008/layout/BendingPictureCaptionList"/>
    <dgm:cxn modelId="{C6E34383-6E91-4AAB-942E-1E02F5BA9F03}" type="presParOf" srcId="{71A2BDB0-4F11-4EEB-A4DF-8916E007CFAD}" destId="{3E35A101-7B7A-4C6B-8594-DA44A1D697DD}" srcOrd="3" destOrd="0" presId="urn:microsoft.com/office/officeart/2008/layout/BendingPictureCaptionList"/>
    <dgm:cxn modelId="{B5D18ED4-CEC1-462E-B403-BD54AE6DD306}" type="presParOf" srcId="{71A2BDB0-4F11-4EEB-A4DF-8916E007CFAD}" destId="{7E3AFE66-AA44-4290-9E68-86D88B69E61E}" srcOrd="4" destOrd="0" presId="urn:microsoft.com/office/officeart/2008/layout/BendingPictureCaptionList"/>
    <dgm:cxn modelId="{EA35D424-8E11-4BA0-AE32-970BFF0537DC}" type="presParOf" srcId="{7E3AFE66-AA44-4290-9E68-86D88B69E61E}" destId="{0884B813-94C2-4725-A2E4-E757391C85C6}" srcOrd="0" destOrd="0" presId="urn:microsoft.com/office/officeart/2008/layout/BendingPictureCaptionList"/>
    <dgm:cxn modelId="{E49B468C-622C-4813-94AA-DD63C58E3CA0}" type="presParOf" srcId="{7E3AFE66-AA44-4290-9E68-86D88B69E61E}" destId="{D91953E1-7F19-45E2-82FC-C2259C08D1F9}" srcOrd="1" destOrd="0" presId="urn:microsoft.com/office/officeart/2008/layout/BendingPictureCaptionList"/>
    <dgm:cxn modelId="{D475CD4B-9E7F-4DE6-BC44-23181D709B62}" type="presParOf" srcId="{71A2BDB0-4F11-4EEB-A4DF-8916E007CFAD}" destId="{3DA1C59E-D69E-40DA-BD7F-75BB3D15B8E4}" srcOrd="5" destOrd="0" presId="urn:microsoft.com/office/officeart/2008/layout/BendingPictureCaptionList"/>
    <dgm:cxn modelId="{FAAC9BDF-8C72-47E8-B205-86C3E705F269}" type="presParOf" srcId="{71A2BDB0-4F11-4EEB-A4DF-8916E007CFAD}" destId="{64ECE730-0344-4C2E-ACA2-169FE16F00D0}" srcOrd="6" destOrd="0" presId="urn:microsoft.com/office/officeart/2008/layout/BendingPictureCaptionList"/>
    <dgm:cxn modelId="{5B2872B2-B9E7-4909-BBCD-8A8F40F2479F}" type="presParOf" srcId="{64ECE730-0344-4C2E-ACA2-169FE16F00D0}" destId="{778F18B1-335F-4A47-B0B0-83A0A8AE7094}" srcOrd="0" destOrd="0" presId="urn:microsoft.com/office/officeart/2008/layout/BendingPictureCaptionList"/>
    <dgm:cxn modelId="{20FEF513-4473-405B-806A-FBE7A394669D}" type="presParOf" srcId="{64ECE730-0344-4C2E-ACA2-169FE16F00D0}" destId="{A665F758-EE6A-4072-B00F-02B34FA64F05}" srcOrd="1" destOrd="0" presId="urn:microsoft.com/office/officeart/2008/layout/BendingPictureCaptionList"/>
    <dgm:cxn modelId="{D13D2301-F051-420C-BAEF-F4BBECD9AA25}" type="presParOf" srcId="{71A2BDB0-4F11-4EEB-A4DF-8916E007CFAD}" destId="{07E85743-5954-4D94-83E6-17CACBD95541}" srcOrd="7" destOrd="0" presId="urn:microsoft.com/office/officeart/2008/layout/BendingPictureCaptionList"/>
    <dgm:cxn modelId="{BBB0C85E-3E59-49AC-8151-99DA3667D778}" type="presParOf" srcId="{71A2BDB0-4F11-4EEB-A4DF-8916E007CFAD}" destId="{FDB65890-6959-4E09-ACF4-122E2166999B}" srcOrd="8" destOrd="0" presId="urn:microsoft.com/office/officeart/2008/layout/BendingPictureCaptionList"/>
    <dgm:cxn modelId="{382C08EC-A61E-49F7-9576-E2317DCBEFFC}" type="presParOf" srcId="{FDB65890-6959-4E09-ACF4-122E2166999B}" destId="{CB538E6F-320D-41C0-935B-E54EAEF61A20}" srcOrd="0" destOrd="0" presId="urn:microsoft.com/office/officeart/2008/layout/BendingPictureCaptionList"/>
    <dgm:cxn modelId="{BA777C66-4ADA-4F35-8C11-5C2F7123447B}" type="presParOf" srcId="{FDB65890-6959-4E09-ACF4-122E2166999B}" destId="{571F5360-285C-428F-84E7-3925534F8919}" srcOrd="1" destOrd="0" presId="urn:microsoft.com/office/officeart/2008/layout/BendingPictureCaptionList"/>
    <dgm:cxn modelId="{F8EB9ECF-8E0E-4CD4-8F21-9EC91D90D2D8}" type="presParOf" srcId="{71A2BDB0-4F11-4EEB-A4DF-8916E007CFAD}" destId="{679D1298-A149-49E9-A9E1-35B6AD09D86F}" srcOrd="9" destOrd="0" presId="urn:microsoft.com/office/officeart/2008/layout/BendingPictureCaptionList"/>
    <dgm:cxn modelId="{351E52E4-76B7-4FF8-8E1F-2B69275A751B}" type="presParOf" srcId="{71A2BDB0-4F11-4EEB-A4DF-8916E007CFAD}" destId="{98E2B698-EE61-4710-BF0C-FD91017B1BF0}" srcOrd="10" destOrd="0" presId="urn:microsoft.com/office/officeart/2008/layout/BendingPictureCaptionList"/>
    <dgm:cxn modelId="{3DAE79A8-7F0B-400E-BD23-7182339936D3}" type="presParOf" srcId="{98E2B698-EE61-4710-BF0C-FD91017B1BF0}" destId="{EC6826E9-8602-42B1-8417-6B5AFE503D86}" srcOrd="0" destOrd="0" presId="urn:microsoft.com/office/officeart/2008/layout/BendingPictureCaptionList"/>
    <dgm:cxn modelId="{4C4C1E1E-6F03-4B5F-8FC8-EF5349A1E06E}" type="presParOf" srcId="{98E2B698-EE61-4710-BF0C-FD91017B1BF0}" destId="{6AEE02F5-17F5-4D2B-BD2A-C1B303E27484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Imports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de-DE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de-DE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Variablen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de-DE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de-DE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Schleifen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de-DE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de-DE" noProof="0" dirty="0"/>
        </a:p>
      </dgm:t>
    </dgm:pt>
    <dgm:pt modelId="{A72D6DAA-E29A-4345-A018-BA1FD46FF88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Bedingungen</a:t>
          </a:r>
        </a:p>
      </dgm:t>
    </dgm:pt>
    <dgm:pt modelId="{C4ED0490-A45A-4D8C-9A5A-6C28823FDA1A}" type="parTrans" cxnId="{B7460F13-EB3D-4C06-9C90-3954B98F7F95}">
      <dgm:prSet/>
      <dgm:spPr/>
    </dgm:pt>
    <dgm:pt modelId="{482EF273-3451-4401-923F-360E44D75F6E}" type="sibTrans" cxnId="{B7460F13-EB3D-4C06-9C90-3954B98F7F95}">
      <dgm:prSet/>
      <dgm:spPr/>
    </dgm:pt>
    <dgm:pt modelId="{22FC8682-7E8D-4979-B52D-4144D98A6D87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Funktionen</a:t>
          </a:r>
        </a:p>
      </dgm:t>
    </dgm:pt>
    <dgm:pt modelId="{6E784047-96E1-4AF9-A593-0FC0508FBE03}" type="parTrans" cxnId="{F71F1773-8D87-40B4-AE73-DB07F148CB22}">
      <dgm:prSet/>
      <dgm:spPr/>
    </dgm:pt>
    <dgm:pt modelId="{C7E6EA4B-0E84-4738-8C54-DC576D132A38}" type="sibTrans" cxnId="{F71F1773-8D87-40B4-AE73-DB07F148CB22}">
      <dgm:prSet/>
      <dgm:spPr/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319267-C71E-43C9-94E1-827D0616C7A7}" type="pres">
      <dgm:prSet presAssocID="{6750AC01-D39D-4F3A-9DC8-2A211EE986A2}" presName="text_1" presStyleLbl="node1" presStyleIdx="0" presStyleCnt="5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5"/>
      <dgm:spPr/>
    </dgm:pt>
    <dgm:pt modelId="{95DE6538-27BD-44AF-A1A8-CA8F6B10FDD2}" type="pres">
      <dgm:prSet presAssocID="{0BEF68B8-1228-47BB-83B5-7B9CD1E3F84E}" presName="text_2" presStyleLbl="node1" presStyleIdx="1" presStyleCnt="5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5"/>
      <dgm:spPr/>
    </dgm:pt>
    <dgm:pt modelId="{7BD27A41-4653-4C09-A18B-80112CE21F19}" type="pres">
      <dgm:prSet presAssocID="{5605D28D-2CE6-4513-8566-952984E21E14}" presName="text_3" presStyleLbl="node1" presStyleIdx="2" presStyleCnt="5">
        <dgm:presLayoutVars>
          <dgm:bulletEnabled val="1"/>
        </dgm:presLayoutVars>
      </dgm:prSet>
      <dgm:spPr/>
    </dgm:pt>
    <dgm:pt modelId="{F0B8EC1C-6445-4C0B-98BA-0AE1A904448E}" type="pres">
      <dgm:prSet presAssocID="{5605D28D-2CE6-4513-8566-952984E21E14}" presName="accent_3" presStyleCnt="0"/>
      <dgm:spPr/>
    </dgm:pt>
    <dgm:pt modelId="{416CB07A-A20B-41E6-83D3-E1955536A112}" type="pres">
      <dgm:prSet presAssocID="{5605D28D-2CE6-4513-8566-952984E21E14}" presName="accentRepeatNode" presStyleLbl="solidFgAcc1" presStyleIdx="2" presStyleCnt="5"/>
      <dgm:spPr/>
    </dgm:pt>
    <dgm:pt modelId="{4E263003-7728-4847-9366-D524BDCD274D}" type="pres">
      <dgm:prSet presAssocID="{A72D6DAA-E29A-4345-A018-BA1FD46FF882}" presName="text_4" presStyleLbl="node1" presStyleIdx="3" presStyleCnt="5">
        <dgm:presLayoutVars>
          <dgm:bulletEnabled val="1"/>
        </dgm:presLayoutVars>
      </dgm:prSet>
      <dgm:spPr/>
    </dgm:pt>
    <dgm:pt modelId="{4129673B-D973-4EB3-BBC1-D9BFBB519721}" type="pres">
      <dgm:prSet presAssocID="{A72D6DAA-E29A-4345-A018-BA1FD46FF882}" presName="accent_4" presStyleCnt="0"/>
      <dgm:spPr/>
    </dgm:pt>
    <dgm:pt modelId="{0B2B0383-B506-4521-BB38-337913E2B74C}" type="pres">
      <dgm:prSet presAssocID="{A72D6DAA-E29A-4345-A018-BA1FD46FF882}" presName="accentRepeatNode" presStyleLbl="solidFgAcc1" presStyleIdx="3" presStyleCnt="5"/>
      <dgm:spPr/>
    </dgm:pt>
    <dgm:pt modelId="{CA8A6E0A-7933-40E2-9B30-996BA554F573}" type="pres">
      <dgm:prSet presAssocID="{22FC8682-7E8D-4979-B52D-4144D98A6D87}" presName="text_5" presStyleLbl="node1" presStyleIdx="4" presStyleCnt="5">
        <dgm:presLayoutVars>
          <dgm:bulletEnabled val="1"/>
        </dgm:presLayoutVars>
      </dgm:prSet>
      <dgm:spPr/>
    </dgm:pt>
    <dgm:pt modelId="{63497F5B-291E-49AC-AB68-5C00D4ED311B}" type="pres">
      <dgm:prSet presAssocID="{22FC8682-7E8D-4979-B52D-4144D98A6D87}" presName="accent_5" presStyleCnt="0"/>
      <dgm:spPr/>
    </dgm:pt>
    <dgm:pt modelId="{F9DE2FC1-888E-4143-9D51-5C1D673B1325}" type="pres">
      <dgm:prSet presAssocID="{22FC8682-7E8D-4979-B52D-4144D98A6D87}" presName="accentRepeatNode" presStyleLbl="solidFgAcc1" presStyleIdx="4" presStyleCnt="5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B7460F13-EB3D-4C06-9C90-3954B98F7F95}" srcId="{7E5AA53B-3EEE-4DE4-BB81-9044890C2946}" destId="{A72D6DAA-E29A-4345-A018-BA1FD46FF882}" srcOrd="3" destOrd="0" parTransId="{C4ED0490-A45A-4D8C-9A5A-6C28823FDA1A}" sibTransId="{482EF273-3451-4401-923F-360E44D75F6E}"/>
    <dgm:cxn modelId="{C3BA8A1A-E1CA-445D-9E28-B3D58B7B8DC2}" type="presOf" srcId="{A72D6DAA-E29A-4345-A018-BA1FD46FF882}" destId="{4E263003-7728-4847-9366-D524BDCD274D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0E8E8767-2EE2-42C9-B2CF-439B178E516B}" type="presOf" srcId="{22FC8682-7E8D-4979-B52D-4144D98A6D87}" destId="{CA8A6E0A-7933-40E2-9B30-996BA554F573}" srcOrd="0" destOrd="0" presId="urn:microsoft.com/office/officeart/2008/layout/VerticalCurvedList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F71F1773-8D87-40B4-AE73-DB07F148CB22}" srcId="{7E5AA53B-3EEE-4DE4-BB81-9044890C2946}" destId="{22FC8682-7E8D-4979-B52D-4144D98A6D87}" srcOrd="4" destOrd="0" parTransId="{6E784047-96E1-4AF9-A593-0FC0508FBE03}" sibTransId="{C7E6EA4B-0E84-4738-8C54-DC576D132A38}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BADAD3C6-B416-44A9-9C12-309914EACF08}" type="presOf" srcId="{5605D28D-2CE6-4513-8566-952984E21E14}" destId="{7BD27A41-4653-4C09-A18B-80112CE21F19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89D47E0A-64B3-4AEF-AA2A-9F6BD501892B}" type="presParOf" srcId="{90561C55-3C6E-4D53-85E1-2C50BCDDA392}" destId="{7BD27A41-4653-4C09-A18B-80112CE21F19}" srcOrd="5" destOrd="0" presId="urn:microsoft.com/office/officeart/2008/layout/VerticalCurvedList"/>
    <dgm:cxn modelId="{03771AE8-B534-4416-A7C6-8B2CE25D2990}" type="presParOf" srcId="{90561C55-3C6E-4D53-85E1-2C50BCDDA392}" destId="{F0B8EC1C-6445-4C0B-98BA-0AE1A904448E}" srcOrd="6" destOrd="0" presId="urn:microsoft.com/office/officeart/2008/layout/VerticalCurvedList"/>
    <dgm:cxn modelId="{AF42BA5A-8D0A-4F55-8E59-68194C84CBA7}" type="presParOf" srcId="{F0B8EC1C-6445-4C0B-98BA-0AE1A904448E}" destId="{416CB07A-A20B-41E6-83D3-E1955536A112}" srcOrd="0" destOrd="0" presId="urn:microsoft.com/office/officeart/2008/layout/VerticalCurvedList"/>
    <dgm:cxn modelId="{3955272C-C329-4A00-A3A2-71AB5C1B0364}" type="presParOf" srcId="{90561C55-3C6E-4D53-85E1-2C50BCDDA392}" destId="{4E263003-7728-4847-9366-D524BDCD274D}" srcOrd="7" destOrd="0" presId="urn:microsoft.com/office/officeart/2008/layout/VerticalCurvedList"/>
    <dgm:cxn modelId="{12B62E6B-9BBC-491C-AA70-6E354D5652E5}" type="presParOf" srcId="{90561C55-3C6E-4D53-85E1-2C50BCDDA392}" destId="{4129673B-D973-4EB3-BBC1-D9BFBB519721}" srcOrd="8" destOrd="0" presId="urn:microsoft.com/office/officeart/2008/layout/VerticalCurvedList"/>
    <dgm:cxn modelId="{04188302-CF95-487F-9998-24C6EDF1D268}" type="presParOf" srcId="{4129673B-D973-4EB3-BBC1-D9BFBB519721}" destId="{0B2B0383-B506-4521-BB38-337913E2B74C}" srcOrd="0" destOrd="0" presId="urn:microsoft.com/office/officeart/2008/layout/VerticalCurvedList"/>
    <dgm:cxn modelId="{496D5F68-F9F1-4E9D-97AF-0AB5AA1564F7}" type="presParOf" srcId="{90561C55-3C6E-4D53-85E1-2C50BCDDA392}" destId="{CA8A6E0A-7933-40E2-9B30-996BA554F573}" srcOrd="9" destOrd="0" presId="urn:microsoft.com/office/officeart/2008/layout/VerticalCurvedList"/>
    <dgm:cxn modelId="{8C5B77A2-130B-43E0-A208-B369B6EB6C3B}" type="presParOf" srcId="{90561C55-3C6E-4D53-85E1-2C50BCDDA392}" destId="{63497F5B-291E-49AC-AB68-5C00D4ED311B}" srcOrd="10" destOrd="0" presId="urn:microsoft.com/office/officeart/2008/layout/VerticalCurvedList"/>
    <dgm:cxn modelId="{A80A6089-D2FA-4C5D-B3E0-200698EA32BA}" type="presParOf" srcId="{63497F5B-291E-49AC-AB68-5C00D4ED311B}" destId="{F9DE2FC1-888E-4143-9D51-5C1D673B132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86707A-0666-4C22-8BF1-39C1E3F767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3601832-B1CE-47D3-8167-317933A33A78}">
      <dgm:prSet/>
      <dgm:spPr/>
      <dgm:t>
        <a:bodyPr/>
        <a:lstStyle/>
        <a:p>
          <a:r>
            <a:rPr lang="en-US" dirty="0"/>
            <a:t>Man </a:t>
          </a:r>
          <a:r>
            <a:rPr lang="en-US" dirty="0" err="1"/>
            <a:t>importiert</a:t>
          </a:r>
          <a:r>
            <a:rPr lang="en-US" dirty="0"/>
            <a:t> </a:t>
          </a:r>
          <a:r>
            <a:rPr lang="en-US" dirty="0" err="1"/>
            <a:t>Funktionalitäten</a:t>
          </a:r>
          <a:endParaRPr lang="de-DE" dirty="0"/>
        </a:p>
      </dgm:t>
    </dgm:pt>
    <dgm:pt modelId="{D3E76EFD-7DDA-4713-BA79-B87A1B302266}" type="parTrans" cxnId="{17E3DFBD-E07A-4F4A-915E-A694650A2782}">
      <dgm:prSet/>
      <dgm:spPr/>
      <dgm:t>
        <a:bodyPr/>
        <a:lstStyle/>
        <a:p>
          <a:endParaRPr lang="de-DE"/>
        </a:p>
      </dgm:t>
    </dgm:pt>
    <dgm:pt modelId="{CAD160E5-516B-4096-8A64-97EFBA9BBB4D}" type="sibTrans" cxnId="{17E3DFBD-E07A-4F4A-915E-A694650A2782}">
      <dgm:prSet/>
      <dgm:spPr/>
      <dgm:t>
        <a:bodyPr/>
        <a:lstStyle/>
        <a:p>
          <a:endParaRPr lang="de-DE"/>
        </a:p>
      </dgm:t>
    </dgm:pt>
    <dgm:pt modelId="{C18F9B5A-0082-4D65-BA50-C49A904BFC48}">
      <dgm:prSet/>
      <dgm:spPr/>
      <dgm:t>
        <a:bodyPr/>
        <a:lstStyle/>
        <a:p>
          <a:r>
            <a:rPr lang="en-US"/>
            <a:t>Vorteil:  man muss es nicht selber schreiben</a:t>
          </a:r>
          <a:endParaRPr lang="de-DE"/>
        </a:p>
      </dgm:t>
    </dgm:pt>
    <dgm:pt modelId="{D617E197-E914-4DAC-83F5-A51F83336F23}" type="parTrans" cxnId="{E67789B6-9F9C-4A68-83C0-F9FD004297E9}">
      <dgm:prSet/>
      <dgm:spPr/>
      <dgm:t>
        <a:bodyPr/>
        <a:lstStyle/>
        <a:p>
          <a:endParaRPr lang="de-DE"/>
        </a:p>
      </dgm:t>
    </dgm:pt>
    <dgm:pt modelId="{72F6B281-00B3-475C-81D5-45608F51AC79}" type="sibTrans" cxnId="{E67789B6-9F9C-4A68-83C0-F9FD004297E9}">
      <dgm:prSet/>
      <dgm:spPr/>
      <dgm:t>
        <a:bodyPr/>
        <a:lstStyle/>
        <a:p>
          <a:endParaRPr lang="de-DE"/>
        </a:p>
      </dgm:t>
    </dgm:pt>
    <dgm:pt modelId="{2005CE9A-846A-4541-ADA2-E0658B15BB44}">
      <dgm:prSet/>
      <dgm:spPr/>
      <dgm:t>
        <a:bodyPr/>
        <a:lstStyle/>
        <a:p>
          <a:r>
            <a:rPr lang="en-US" dirty="0" err="1"/>
            <a:t>Unsere</a:t>
          </a:r>
          <a:r>
            <a:rPr lang="en-US" dirty="0"/>
            <a:t> Imports: </a:t>
          </a:r>
          <a:r>
            <a:rPr lang="en-US" dirty="0" err="1"/>
            <a:t>pygame</a:t>
          </a:r>
          <a:r>
            <a:rPr lang="en-US" dirty="0"/>
            <a:t>, math, random…</a:t>
          </a:r>
          <a:endParaRPr lang="de-DE" dirty="0"/>
        </a:p>
      </dgm:t>
    </dgm:pt>
    <dgm:pt modelId="{F7BB10C8-3013-45A1-A201-F941FDD34AB2}" type="parTrans" cxnId="{D22AA77C-D4F5-4363-A981-91E514AE3357}">
      <dgm:prSet/>
      <dgm:spPr/>
      <dgm:t>
        <a:bodyPr/>
        <a:lstStyle/>
        <a:p>
          <a:endParaRPr lang="de-DE"/>
        </a:p>
      </dgm:t>
    </dgm:pt>
    <dgm:pt modelId="{683B72AC-6F21-4AE2-8521-4F4049D24C98}" type="sibTrans" cxnId="{D22AA77C-D4F5-4363-A981-91E514AE3357}">
      <dgm:prSet/>
      <dgm:spPr/>
      <dgm:t>
        <a:bodyPr/>
        <a:lstStyle/>
        <a:p>
          <a:endParaRPr lang="de-DE"/>
        </a:p>
      </dgm:t>
    </dgm:pt>
    <dgm:pt modelId="{112186AA-306F-4AC8-B8BF-EABFFA08BC68}">
      <dgm:prSet/>
      <dgm:spPr/>
      <dgm:t>
        <a:bodyPr/>
        <a:lstStyle/>
        <a:p>
          <a:r>
            <a:rPr lang="en-US" dirty="0" err="1"/>
            <a:t>Pygame</a:t>
          </a:r>
          <a:r>
            <a:rPr lang="en-US" dirty="0"/>
            <a:t> </a:t>
          </a:r>
          <a:r>
            <a:rPr lang="en-US" dirty="0" err="1"/>
            <a:t>erleichtert</a:t>
          </a:r>
          <a:r>
            <a:rPr lang="en-US" dirty="0"/>
            <a:t> es, </a:t>
          </a:r>
          <a:r>
            <a:rPr lang="en-US" dirty="0" err="1"/>
            <a:t>Spiele</a:t>
          </a:r>
          <a:r>
            <a:rPr lang="en-US" dirty="0"/>
            <a:t> </a:t>
          </a:r>
          <a:r>
            <a:rPr lang="en-US" dirty="0" err="1"/>
            <a:t>zu</a:t>
          </a:r>
          <a:r>
            <a:rPr lang="en-US" dirty="0"/>
            <a:t> </a:t>
          </a:r>
          <a:r>
            <a:rPr lang="en-US" dirty="0" err="1"/>
            <a:t>programmieren</a:t>
          </a:r>
          <a:endParaRPr lang="de-DE" dirty="0"/>
        </a:p>
      </dgm:t>
    </dgm:pt>
    <dgm:pt modelId="{9CCB544C-7CF6-4CC3-B310-319C4AFA957C}" type="parTrans" cxnId="{28783485-E1C4-4F67-BED5-2D691BEA2F16}">
      <dgm:prSet/>
      <dgm:spPr/>
      <dgm:t>
        <a:bodyPr/>
        <a:lstStyle/>
        <a:p>
          <a:endParaRPr lang="de-DE"/>
        </a:p>
      </dgm:t>
    </dgm:pt>
    <dgm:pt modelId="{0A498333-F46E-418F-A228-71CDC021C768}" type="sibTrans" cxnId="{28783485-E1C4-4F67-BED5-2D691BEA2F16}">
      <dgm:prSet/>
      <dgm:spPr/>
      <dgm:t>
        <a:bodyPr/>
        <a:lstStyle/>
        <a:p>
          <a:endParaRPr lang="de-DE"/>
        </a:p>
      </dgm:t>
    </dgm:pt>
    <dgm:pt modelId="{42BB11D8-3533-407C-ACE7-F10C8E4D888F}" type="pres">
      <dgm:prSet presAssocID="{1686707A-0666-4C22-8BF1-39C1E3F7677A}" presName="linear" presStyleCnt="0">
        <dgm:presLayoutVars>
          <dgm:animLvl val="lvl"/>
          <dgm:resizeHandles val="exact"/>
        </dgm:presLayoutVars>
      </dgm:prSet>
      <dgm:spPr/>
    </dgm:pt>
    <dgm:pt modelId="{5E7426BF-33EF-4AFF-B4CE-537C81C470AD}" type="pres">
      <dgm:prSet presAssocID="{E3601832-B1CE-47D3-8167-317933A33A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3ED63F-0B52-4DA1-A606-77519019AC27}" type="pres">
      <dgm:prSet presAssocID="{CAD160E5-516B-4096-8A64-97EFBA9BBB4D}" presName="spacer" presStyleCnt="0"/>
      <dgm:spPr/>
    </dgm:pt>
    <dgm:pt modelId="{A6F691EA-9781-4C47-B361-371BB6AFA761}" type="pres">
      <dgm:prSet presAssocID="{C18F9B5A-0082-4D65-BA50-C49A904BFC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636273-D7EA-4CF3-81BB-E32C855370BA}" type="pres">
      <dgm:prSet presAssocID="{72F6B281-00B3-475C-81D5-45608F51AC79}" presName="spacer" presStyleCnt="0"/>
      <dgm:spPr/>
    </dgm:pt>
    <dgm:pt modelId="{FEA7289F-335E-4C33-8185-FA59B7067C86}" type="pres">
      <dgm:prSet presAssocID="{2005CE9A-846A-4541-ADA2-E0658B15BB4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C425F9-42BE-44CC-A24B-0ED52F7A835F}" type="pres">
      <dgm:prSet presAssocID="{683B72AC-6F21-4AE2-8521-4F4049D24C98}" presName="spacer" presStyleCnt="0"/>
      <dgm:spPr/>
    </dgm:pt>
    <dgm:pt modelId="{47A138BF-123D-446D-9769-8562D182FEAB}" type="pres">
      <dgm:prSet presAssocID="{112186AA-306F-4AC8-B8BF-EABFFA08BC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E55237-FC99-456E-BF1C-B476A8556376}" type="presOf" srcId="{1686707A-0666-4C22-8BF1-39C1E3F7677A}" destId="{42BB11D8-3533-407C-ACE7-F10C8E4D888F}" srcOrd="0" destOrd="0" presId="urn:microsoft.com/office/officeart/2005/8/layout/vList2"/>
    <dgm:cxn modelId="{72EB9B68-93CC-447D-9E7C-EC6A84E8BEBE}" type="presOf" srcId="{E3601832-B1CE-47D3-8167-317933A33A78}" destId="{5E7426BF-33EF-4AFF-B4CE-537C81C470AD}" srcOrd="0" destOrd="0" presId="urn:microsoft.com/office/officeart/2005/8/layout/vList2"/>
    <dgm:cxn modelId="{CB7F5752-1299-486F-98A4-264F988924EF}" type="presOf" srcId="{112186AA-306F-4AC8-B8BF-EABFFA08BC68}" destId="{47A138BF-123D-446D-9769-8562D182FEAB}" srcOrd="0" destOrd="0" presId="urn:microsoft.com/office/officeart/2005/8/layout/vList2"/>
    <dgm:cxn modelId="{D22AA77C-D4F5-4363-A981-91E514AE3357}" srcId="{1686707A-0666-4C22-8BF1-39C1E3F7677A}" destId="{2005CE9A-846A-4541-ADA2-E0658B15BB44}" srcOrd="2" destOrd="0" parTransId="{F7BB10C8-3013-45A1-A201-F941FDD34AB2}" sibTransId="{683B72AC-6F21-4AE2-8521-4F4049D24C98}"/>
    <dgm:cxn modelId="{28783485-E1C4-4F67-BED5-2D691BEA2F16}" srcId="{1686707A-0666-4C22-8BF1-39C1E3F7677A}" destId="{112186AA-306F-4AC8-B8BF-EABFFA08BC68}" srcOrd="3" destOrd="0" parTransId="{9CCB544C-7CF6-4CC3-B310-319C4AFA957C}" sibTransId="{0A498333-F46E-418F-A228-71CDC021C768}"/>
    <dgm:cxn modelId="{E67789B6-9F9C-4A68-83C0-F9FD004297E9}" srcId="{1686707A-0666-4C22-8BF1-39C1E3F7677A}" destId="{C18F9B5A-0082-4D65-BA50-C49A904BFC48}" srcOrd="1" destOrd="0" parTransId="{D617E197-E914-4DAC-83F5-A51F83336F23}" sibTransId="{72F6B281-00B3-475C-81D5-45608F51AC79}"/>
    <dgm:cxn modelId="{CAC044BD-327B-4846-AFC1-16816753EEB8}" type="presOf" srcId="{C18F9B5A-0082-4D65-BA50-C49A904BFC48}" destId="{A6F691EA-9781-4C47-B361-371BB6AFA761}" srcOrd="0" destOrd="0" presId="urn:microsoft.com/office/officeart/2005/8/layout/vList2"/>
    <dgm:cxn modelId="{17E3DFBD-E07A-4F4A-915E-A694650A2782}" srcId="{1686707A-0666-4C22-8BF1-39C1E3F7677A}" destId="{E3601832-B1CE-47D3-8167-317933A33A78}" srcOrd="0" destOrd="0" parTransId="{D3E76EFD-7DDA-4713-BA79-B87A1B302266}" sibTransId="{CAD160E5-516B-4096-8A64-97EFBA9BBB4D}"/>
    <dgm:cxn modelId="{2492A8D1-D243-4019-9397-010F8B1C727D}" type="presOf" srcId="{2005CE9A-846A-4541-ADA2-E0658B15BB44}" destId="{FEA7289F-335E-4C33-8185-FA59B7067C86}" srcOrd="0" destOrd="0" presId="urn:microsoft.com/office/officeart/2005/8/layout/vList2"/>
    <dgm:cxn modelId="{8BB895FA-3878-46DA-B61C-F9F76D9C9EEC}" type="presParOf" srcId="{42BB11D8-3533-407C-ACE7-F10C8E4D888F}" destId="{5E7426BF-33EF-4AFF-B4CE-537C81C470AD}" srcOrd="0" destOrd="0" presId="urn:microsoft.com/office/officeart/2005/8/layout/vList2"/>
    <dgm:cxn modelId="{5418DCF0-38F7-4D6F-87EB-072126462FEC}" type="presParOf" srcId="{42BB11D8-3533-407C-ACE7-F10C8E4D888F}" destId="{1C3ED63F-0B52-4DA1-A606-77519019AC27}" srcOrd="1" destOrd="0" presId="urn:microsoft.com/office/officeart/2005/8/layout/vList2"/>
    <dgm:cxn modelId="{B5F11E9A-2771-4B0B-AB1E-820339CABE31}" type="presParOf" srcId="{42BB11D8-3533-407C-ACE7-F10C8E4D888F}" destId="{A6F691EA-9781-4C47-B361-371BB6AFA761}" srcOrd="2" destOrd="0" presId="urn:microsoft.com/office/officeart/2005/8/layout/vList2"/>
    <dgm:cxn modelId="{9B60403F-0B88-4312-A213-7D4F69FDF5FE}" type="presParOf" srcId="{42BB11D8-3533-407C-ACE7-F10C8E4D888F}" destId="{72636273-D7EA-4CF3-81BB-E32C855370BA}" srcOrd="3" destOrd="0" presId="urn:microsoft.com/office/officeart/2005/8/layout/vList2"/>
    <dgm:cxn modelId="{FD101281-8E86-4DAE-8E01-5C2E6D494E6E}" type="presParOf" srcId="{42BB11D8-3533-407C-ACE7-F10C8E4D888F}" destId="{FEA7289F-335E-4C33-8185-FA59B7067C86}" srcOrd="4" destOrd="0" presId="urn:microsoft.com/office/officeart/2005/8/layout/vList2"/>
    <dgm:cxn modelId="{2F5DE3AA-7280-455C-A2EF-BF8C78F1D00D}" type="presParOf" srcId="{42BB11D8-3533-407C-ACE7-F10C8E4D888F}" destId="{FDC425F9-42BE-44CC-A24B-0ED52F7A835F}" srcOrd="5" destOrd="0" presId="urn:microsoft.com/office/officeart/2005/8/layout/vList2"/>
    <dgm:cxn modelId="{ECD62A92-492F-46F3-A1A4-D8E557D01248}" type="presParOf" srcId="{42BB11D8-3533-407C-ACE7-F10C8E4D888F}" destId="{47A138BF-123D-446D-9769-8562D182FEA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0A43AD-2C98-4453-8D22-74CD2889DC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65CCEEBD-9B14-465C-A9FD-77CC1BC0BBEE}">
      <dgm:prSet/>
      <dgm:spPr/>
      <dgm:t>
        <a:bodyPr/>
        <a:lstStyle/>
        <a:p>
          <a:r>
            <a:rPr lang="en-US"/>
            <a:t>Variablen sind das Gedächtnis des Programms</a:t>
          </a:r>
          <a:endParaRPr lang="de-DE"/>
        </a:p>
      </dgm:t>
    </dgm:pt>
    <dgm:pt modelId="{F7F833E4-41F3-4E9A-8FD1-FAFE917EA945}" type="parTrans" cxnId="{773B1B8C-A089-4BD3-9697-63C8CD8B7548}">
      <dgm:prSet/>
      <dgm:spPr/>
      <dgm:t>
        <a:bodyPr/>
        <a:lstStyle/>
        <a:p>
          <a:endParaRPr lang="de-DE"/>
        </a:p>
      </dgm:t>
    </dgm:pt>
    <dgm:pt modelId="{2FB3AE4E-5440-4927-BE79-CFEF8EDFE142}" type="sibTrans" cxnId="{773B1B8C-A089-4BD3-9697-63C8CD8B7548}">
      <dgm:prSet/>
      <dgm:spPr/>
      <dgm:t>
        <a:bodyPr/>
        <a:lstStyle/>
        <a:p>
          <a:endParaRPr lang="de-DE"/>
        </a:p>
      </dgm:t>
    </dgm:pt>
    <dgm:pt modelId="{06BD2C46-C9F8-476F-8BB5-766CADB36F51}">
      <dgm:prSet/>
      <dgm:spPr/>
      <dgm:t>
        <a:bodyPr/>
        <a:lstStyle/>
        <a:p>
          <a:r>
            <a:rPr lang="en-US"/>
            <a:t>Man kann Wahr/Falsch, Zahlen, Text, Bilder, … speichern</a:t>
          </a:r>
          <a:endParaRPr lang="de-DE"/>
        </a:p>
      </dgm:t>
    </dgm:pt>
    <dgm:pt modelId="{D5450935-EAA8-4EE2-B34B-B25ADC351E16}" type="parTrans" cxnId="{A9BF2D9C-23D5-49F9-B2B6-17BC34F5A9AF}">
      <dgm:prSet/>
      <dgm:spPr/>
      <dgm:t>
        <a:bodyPr/>
        <a:lstStyle/>
        <a:p>
          <a:endParaRPr lang="de-DE"/>
        </a:p>
      </dgm:t>
    </dgm:pt>
    <dgm:pt modelId="{7C1E3D7A-9E3F-4620-8167-C42BEA830B70}" type="sibTrans" cxnId="{A9BF2D9C-23D5-49F9-B2B6-17BC34F5A9AF}">
      <dgm:prSet/>
      <dgm:spPr/>
      <dgm:t>
        <a:bodyPr/>
        <a:lstStyle/>
        <a:p>
          <a:endParaRPr lang="de-DE"/>
        </a:p>
      </dgm:t>
    </dgm:pt>
    <dgm:pt modelId="{FFBE79A8-52CA-4A61-BDC5-DADA4CA6844B}">
      <dgm:prSet/>
      <dgm:spPr/>
      <dgm:t>
        <a:bodyPr/>
        <a:lstStyle/>
        <a:p>
          <a:r>
            <a:rPr lang="en-US"/>
            <a:t>Man kann sie verändern</a:t>
          </a:r>
          <a:endParaRPr lang="de-DE"/>
        </a:p>
      </dgm:t>
    </dgm:pt>
    <dgm:pt modelId="{49F40358-91A5-4F4E-8FE5-F5F9510013D4}" type="parTrans" cxnId="{41EB89BA-5819-41CE-A326-09C4521DEDA8}">
      <dgm:prSet/>
      <dgm:spPr/>
      <dgm:t>
        <a:bodyPr/>
        <a:lstStyle/>
        <a:p>
          <a:endParaRPr lang="de-DE"/>
        </a:p>
      </dgm:t>
    </dgm:pt>
    <dgm:pt modelId="{BA874FA0-3120-43B8-B80F-795A85ED1473}" type="sibTrans" cxnId="{41EB89BA-5819-41CE-A326-09C4521DEDA8}">
      <dgm:prSet/>
      <dgm:spPr/>
      <dgm:t>
        <a:bodyPr/>
        <a:lstStyle/>
        <a:p>
          <a:endParaRPr lang="de-DE"/>
        </a:p>
      </dgm:t>
    </dgm:pt>
    <dgm:pt modelId="{4A614DEC-E642-4196-AAEF-79985ECA6855}" type="pres">
      <dgm:prSet presAssocID="{950A43AD-2C98-4453-8D22-74CD2889DCCA}" presName="linear" presStyleCnt="0">
        <dgm:presLayoutVars>
          <dgm:animLvl val="lvl"/>
          <dgm:resizeHandles val="exact"/>
        </dgm:presLayoutVars>
      </dgm:prSet>
      <dgm:spPr/>
    </dgm:pt>
    <dgm:pt modelId="{FCB1F410-16A5-4B9D-A091-4C7BF636091E}" type="pres">
      <dgm:prSet presAssocID="{65CCEEBD-9B14-465C-A9FD-77CC1BC0BBE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44B430-ED5E-4AFF-B9A6-99A8858B466B}" type="pres">
      <dgm:prSet presAssocID="{2FB3AE4E-5440-4927-BE79-CFEF8EDFE142}" presName="spacer" presStyleCnt="0"/>
      <dgm:spPr/>
    </dgm:pt>
    <dgm:pt modelId="{ADBD0DB0-F515-44C7-BF30-6A7C19AF1FFE}" type="pres">
      <dgm:prSet presAssocID="{06BD2C46-C9F8-476F-8BB5-766CADB36F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8EF0FE-D30F-4F48-A911-6B1622097B29}" type="pres">
      <dgm:prSet presAssocID="{7C1E3D7A-9E3F-4620-8167-C42BEA830B70}" presName="spacer" presStyleCnt="0"/>
      <dgm:spPr/>
    </dgm:pt>
    <dgm:pt modelId="{5FFA9510-049B-4337-A0A4-198A62F8FD1D}" type="pres">
      <dgm:prSet presAssocID="{FFBE79A8-52CA-4A61-BDC5-DADA4CA6844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E3B4040-BA92-4DA9-B459-55F82A11AFAF}" type="presOf" srcId="{65CCEEBD-9B14-465C-A9FD-77CC1BC0BBEE}" destId="{FCB1F410-16A5-4B9D-A091-4C7BF636091E}" srcOrd="0" destOrd="0" presId="urn:microsoft.com/office/officeart/2005/8/layout/vList2"/>
    <dgm:cxn modelId="{773B1B8C-A089-4BD3-9697-63C8CD8B7548}" srcId="{950A43AD-2C98-4453-8D22-74CD2889DCCA}" destId="{65CCEEBD-9B14-465C-A9FD-77CC1BC0BBEE}" srcOrd="0" destOrd="0" parTransId="{F7F833E4-41F3-4E9A-8FD1-FAFE917EA945}" sibTransId="{2FB3AE4E-5440-4927-BE79-CFEF8EDFE142}"/>
    <dgm:cxn modelId="{A9BF2D9C-23D5-49F9-B2B6-17BC34F5A9AF}" srcId="{950A43AD-2C98-4453-8D22-74CD2889DCCA}" destId="{06BD2C46-C9F8-476F-8BB5-766CADB36F51}" srcOrd="1" destOrd="0" parTransId="{D5450935-EAA8-4EE2-B34B-B25ADC351E16}" sibTransId="{7C1E3D7A-9E3F-4620-8167-C42BEA830B70}"/>
    <dgm:cxn modelId="{41EB89BA-5819-41CE-A326-09C4521DEDA8}" srcId="{950A43AD-2C98-4453-8D22-74CD2889DCCA}" destId="{FFBE79A8-52CA-4A61-BDC5-DADA4CA6844B}" srcOrd="2" destOrd="0" parTransId="{49F40358-91A5-4F4E-8FE5-F5F9510013D4}" sibTransId="{BA874FA0-3120-43B8-B80F-795A85ED1473}"/>
    <dgm:cxn modelId="{B0460FD4-3C06-48A6-A1B3-C58064B2901A}" type="presOf" srcId="{950A43AD-2C98-4453-8D22-74CD2889DCCA}" destId="{4A614DEC-E642-4196-AAEF-79985ECA6855}" srcOrd="0" destOrd="0" presId="urn:microsoft.com/office/officeart/2005/8/layout/vList2"/>
    <dgm:cxn modelId="{FD97A9EB-092E-4E08-9509-F94FBF6B8EEB}" type="presOf" srcId="{06BD2C46-C9F8-476F-8BB5-766CADB36F51}" destId="{ADBD0DB0-F515-44C7-BF30-6A7C19AF1FFE}" srcOrd="0" destOrd="0" presId="urn:microsoft.com/office/officeart/2005/8/layout/vList2"/>
    <dgm:cxn modelId="{A12E4CFE-D69B-4F39-B880-44B26A1FDCEA}" type="presOf" srcId="{FFBE79A8-52CA-4A61-BDC5-DADA4CA6844B}" destId="{5FFA9510-049B-4337-A0A4-198A62F8FD1D}" srcOrd="0" destOrd="0" presId="urn:microsoft.com/office/officeart/2005/8/layout/vList2"/>
    <dgm:cxn modelId="{2F0A3C3E-0A56-410A-A819-E7060FEF0E4D}" type="presParOf" srcId="{4A614DEC-E642-4196-AAEF-79985ECA6855}" destId="{FCB1F410-16A5-4B9D-A091-4C7BF636091E}" srcOrd="0" destOrd="0" presId="urn:microsoft.com/office/officeart/2005/8/layout/vList2"/>
    <dgm:cxn modelId="{7D0A909A-4191-4A69-A520-9BBE79000F80}" type="presParOf" srcId="{4A614DEC-E642-4196-AAEF-79985ECA6855}" destId="{1144B430-ED5E-4AFF-B9A6-99A8858B466B}" srcOrd="1" destOrd="0" presId="urn:microsoft.com/office/officeart/2005/8/layout/vList2"/>
    <dgm:cxn modelId="{69175831-D2A1-46B4-82CA-4E3454302245}" type="presParOf" srcId="{4A614DEC-E642-4196-AAEF-79985ECA6855}" destId="{ADBD0DB0-F515-44C7-BF30-6A7C19AF1FFE}" srcOrd="2" destOrd="0" presId="urn:microsoft.com/office/officeart/2005/8/layout/vList2"/>
    <dgm:cxn modelId="{48816961-6E71-4972-982A-26FF1221A31D}" type="presParOf" srcId="{4A614DEC-E642-4196-AAEF-79985ECA6855}" destId="{078EF0FE-D30F-4F48-A911-6B1622097B29}" srcOrd="3" destOrd="0" presId="urn:microsoft.com/office/officeart/2005/8/layout/vList2"/>
    <dgm:cxn modelId="{BFF312E1-80DD-4862-8F2A-8831DC4D3D6C}" type="presParOf" srcId="{4A614DEC-E642-4196-AAEF-79985ECA6855}" destId="{5FFA9510-049B-4337-A0A4-198A62F8FD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2B698E-1DC6-4CCC-AD42-146338404F0B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1A91D060-6639-432F-85D1-350F832C2A49}">
      <dgm:prSet/>
      <dgm:spPr/>
      <dgm:t>
        <a:bodyPr/>
        <a:lstStyle/>
        <a:p>
          <a:r>
            <a:rPr lang="de-DE"/>
            <a:t>Sachen wiederholen</a:t>
          </a:r>
        </a:p>
      </dgm:t>
    </dgm:pt>
    <dgm:pt modelId="{2FC7AFAA-54A8-4524-8B03-2DCFD3ED2848}" type="parTrans" cxnId="{3224D2C0-5B2E-4430-B62B-C0AA08981224}">
      <dgm:prSet/>
      <dgm:spPr/>
      <dgm:t>
        <a:bodyPr/>
        <a:lstStyle/>
        <a:p>
          <a:endParaRPr lang="de-DE"/>
        </a:p>
      </dgm:t>
    </dgm:pt>
    <dgm:pt modelId="{7BF21CE2-2F75-40DD-BDDC-234092891091}" type="sibTrans" cxnId="{3224D2C0-5B2E-4430-B62B-C0AA08981224}">
      <dgm:prSet/>
      <dgm:spPr/>
      <dgm:t>
        <a:bodyPr/>
        <a:lstStyle/>
        <a:p>
          <a:endParaRPr lang="de-DE"/>
        </a:p>
      </dgm:t>
    </dgm:pt>
    <dgm:pt modelId="{6BEE3B15-6249-44AE-B89A-CF366251C536}">
      <dgm:prSet/>
      <dgm:spPr/>
      <dgm:t>
        <a:bodyPr/>
        <a:lstStyle/>
        <a:p>
          <a:r>
            <a:rPr lang="de-DE"/>
            <a:t>Zwei Arten: while- und for- Schleife</a:t>
          </a:r>
        </a:p>
      </dgm:t>
    </dgm:pt>
    <dgm:pt modelId="{99356DAB-2E5A-482C-AD07-322B323AD35E}" type="parTrans" cxnId="{DBB4B080-03EC-4119-8115-80563823B485}">
      <dgm:prSet/>
      <dgm:spPr/>
      <dgm:t>
        <a:bodyPr/>
        <a:lstStyle/>
        <a:p>
          <a:endParaRPr lang="de-DE"/>
        </a:p>
      </dgm:t>
    </dgm:pt>
    <dgm:pt modelId="{3D49359F-307D-4E85-97AD-DEF7A8AB4C6F}" type="sibTrans" cxnId="{DBB4B080-03EC-4119-8115-80563823B485}">
      <dgm:prSet/>
      <dgm:spPr/>
      <dgm:t>
        <a:bodyPr/>
        <a:lstStyle/>
        <a:p>
          <a:endParaRPr lang="de-DE"/>
        </a:p>
      </dgm:t>
    </dgm:pt>
    <dgm:pt modelId="{636F1BFC-A43E-4FE4-A44A-45CBF8065B68}">
      <dgm:prSet/>
      <dgm:spPr/>
      <dgm:t>
        <a:bodyPr/>
        <a:lstStyle/>
        <a:p>
          <a:r>
            <a:rPr lang="de-DE"/>
            <a:t>While: Wiederhole solange, bis etwas aufhört</a:t>
          </a:r>
        </a:p>
      </dgm:t>
    </dgm:pt>
    <dgm:pt modelId="{01A124D0-36DE-446D-9737-83AC88119551}" type="parTrans" cxnId="{21F45313-F6FA-497D-B302-E49C1247A4E9}">
      <dgm:prSet/>
      <dgm:spPr/>
      <dgm:t>
        <a:bodyPr/>
        <a:lstStyle/>
        <a:p>
          <a:endParaRPr lang="de-DE"/>
        </a:p>
      </dgm:t>
    </dgm:pt>
    <dgm:pt modelId="{9B4D5649-9DD3-4DF5-BF6E-35EA79A4AA8F}" type="sibTrans" cxnId="{21F45313-F6FA-497D-B302-E49C1247A4E9}">
      <dgm:prSet/>
      <dgm:spPr/>
      <dgm:t>
        <a:bodyPr/>
        <a:lstStyle/>
        <a:p>
          <a:endParaRPr lang="de-DE"/>
        </a:p>
      </dgm:t>
    </dgm:pt>
    <dgm:pt modelId="{1D37B4B0-3962-4FCE-B97A-020BA74EA435}">
      <dgm:prSet/>
      <dgm:spPr/>
      <dgm:t>
        <a:bodyPr/>
        <a:lstStyle/>
        <a:p>
          <a:r>
            <a:rPr lang="de-DE"/>
            <a:t>For: gehe durch eine Liste von Dingen</a:t>
          </a:r>
        </a:p>
      </dgm:t>
    </dgm:pt>
    <dgm:pt modelId="{44B603C0-3647-4588-B1A5-1DD3D3C21E1C}" type="parTrans" cxnId="{A6FC082E-4B31-4BA1-BB78-FC99F114C875}">
      <dgm:prSet/>
      <dgm:spPr/>
      <dgm:t>
        <a:bodyPr/>
        <a:lstStyle/>
        <a:p>
          <a:endParaRPr lang="de-DE"/>
        </a:p>
      </dgm:t>
    </dgm:pt>
    <dgm:pt modelId="{9D760EA0-27BE-4864-8C7B-A70779238020}" type="sibTrans" cxnId="{A6FC082E-4B31-4BA1-BB78-FC99F114C875}">
      <dgm:prSet/>
      <dgm:spPr/>
      <dgm:t>
        <a:bodyPr/>
        <a:lstStyle/>
        <a:p>
          <a:endParaRPr lang="de-DE"/>
        </a:p>
      </dgm:t>
    </dgm:pt>
    <dgm:pt modelId="{911D3DBE-94FA-43D1-BC59-C3A352085D6E}" type="pres">
      <dgm:prSet presAssocID="{352B698E-1DC6-4CCC-AD42-146338404F0B}" presName="cycle" presStyleCnt="0">
        <dgm:presLayoutVars>
          <dgm:dir/>
          <dgm:resizeHandles val="exact"/>
        </dgm:presLayoutVars>
      </dgm:prSet>
      <dgm:spPr/>
    </dgm:pt>
    <dgm:pt modelId="{18A3CE73-3ABA-410D-BC34-E97CBDC71862}" type="pres">
      <dgm:prSet presAssocID="{1A91D060-6639-432F-85D1-350F832C2A49}" presName="dummy" presStyleCnt="0"/>
      <dgm:spPr/>
    </dgm:pt>
    <dgm:pt modelId="{6EB38A47-7243-4A05-8561-7E327601D4FD}" type="pres">
      <dgm:prSet presAssocID="{1A91D060-6639-432F-85D1-350F832C2A49}" presName="node" presStyleLbl="revTx" presStyleIdx="0" presStyleCnt="4">
        <dgm:presLayoutVars>
          <dgm:bulletEnabled val="1"/>
        </dgm:presLayoutVars>
      </dgm:prSet>
      <dgm:spPr/>
    </dgm:pt>
    <dgm:pt modelId="{2C18B232-39F1-4E44-A0F4-1068F1321AF1}" type="pres">
      <dgm:prSet presAssocID="{7BF21CE2-2F75-40DD-BDDC-234092891091}" presName="sibTrans" presStyleLbl="node1" presStyleIdx="0" presStyleCnt="4"/>
      <dgm:spPr/>
    </dgm:pt>
    <dgm:pt modelId="{E32A84A3-A286-40B5-833E-11894CF1DA98}" type="pres">
      <dgm:prSet presAssocID="{6BEE3B15-6249-44AE-B89A-CF366251C536}" presName="dummy" presStyleCnt="0"/>
      <dgm:spPr/>
    </dgm:pt>
    <dgm:pt modelId="{7C437AAD-EA20-405E-85DC-51F34C93F50A}" type="pres">
      <dgm:prSet presAssocID="{6BEE3B15-6249-44AE-B89A-CF366251C536}" presName="node" presStyleLbl="revTx" presStyleIdx="1" presStyleCnt="4">
        <dgm:presLayoutVars>
          <dgm:bulletEnabled val="1"/>
        </dgm:presLayoutVars>
      </dgm:prSet>
      <dgm:spPr/>
    </dgm:pt>
    <dgm:pt modelId="{87EA6312-CA49-4B30-B8BC-22941F004652}" type="pres">
      <dgm:prSet presAssocID="{3D49359F-307D-4E85-97AD-DEF7A8AB4C6F}" presName="sibTrans" presStyleLbl="node1" presStyleIdx="1" presStyleCnt="4"/>
      <dgm:spPr/>
    </dgm:pt>
    <dgm:pt modelId="{6B031E32-3897-4759-B49E-C8722B26E11C}" type="pres">
      <dgm:prSet presAssocID="{636F1BFC-A43E-4FE4-A44A-45CBF8065B68}" presName="dummy" presStyleCnt="0"/>
      <dgm:spPr/>
    </dgm:pt>
    <dgm:pt modelId="{0874768A-666D-49B2-A3A1-B0FF16C53454}" type="pres">
      <dgm:prSet presAssocID="{636F1BFC-A43E-4FE4-A44A-45CBF8065B68}" presName="node" presStyleLbl="revTx" presStyleIdx="2" presStyleCnt="4">
        <dgm:presLayoutVars>
          <dgm:bulletEnabled val="1"/>
        </dgm:presLayoutVars>
      </dgm:prSet>
      <dgm:spPr/>
    </dgm:pt>
    <dgm:pt modelId="{4AA3D6AA-CB56-4F5D-88A7-3414B459D6FD}" type="pres">
      <dgm:prSet presAssocID="{9B4D5649-9DD3-4DF5-BF6E-35EA79A4AA8F}" presName="sibTrans" presStyleLbl="node1" presStyleIdx="2" presStyleCnt="4"/>
      <dgm:spPr/>
    </dgm:pt>
    <dgm:pt modelId="{0E15C9AF-72A6-41FA-9601-A2B15F366462}" type="pres">
      <dgm:prSet presAssocID="{1D37B4B0-3962-4FCE-B97A-020BA74EA435}" presName="dummy" presStyleCnt="0"/>
      <dgm:spPr/>
    </dgm:pt>
    <dgm:pt modelId="{75B10B16-C56C-4B1A-9F25-1C3932B38CCB}" type="pres">
      <dgm:prSet presAssocID="{1D37B4B0-3962-4FCE-B97A-020BA74EA435}" presName="node" presStyleLbl="revTx" presStyleIdx="3" presStyleCnt="4">
        <dgm:presLayoutVars>
          <dgm:bulletEnabled val="1"/>
        </dgm:presLayoutVars>
      </dgm:prSet>
      <dgm:spPr/>
    </dgm:pt>
    <dgm:pt modelId="{EBDBA72C-8954-405F-984A-ED3E0793BC49}" type="pres">
      <dgm:prSet presAssocID="{9D760EA0-27BE-4864-8C7B-A70779238020}" presName="sibTrans" presStyleLbl="node1" presStyleIdx="3" presStyleCnt="4"/>
      <dgm:spPr/>
    </dgm:pt>
  </dgm:ptLst>
  <dgm:cxnLst>
    <dgm:cxn modelId="{00FBA702-56FB-4D4B-A31E-624D04B7F082}" type="presOf" srcId="{1D37B4B0-3962-4FCE-B97A-020BA74EA435}" destId="{75B10B16-C56C-4B1A-9F25-1C3932B38CCB}" srcOrd="0" destOrd="0" presId="urn:microsoft.com/office/officeart/2005/8/layout/cycle1"/>
    <dgm:cxn modelId="{21F45313-F6FA-497D-B302-E49C1247A4E9}" srcId="{352B698E-1DC6-4CCC-AD42-146338404F0B}" destId="{636F1BFC-A43E-4FE4-A44A-45CBF8065B68}" srcOrd="2" destOrd="0" parTransId="{01A124D0-36DE-446D-9737-83AC88119551}" sibTransId="{9B4D5649-9DD3-4DF5-BF6E-35EA79A4AA8F}"/>
    <dgm:cxn modelId="{B819022B-D316-4A03-A766-53E341251D73}" type="presOf" srcId="{7BF21CE2-2F75-40DD-BDDC-234092891091}" destId="{2C18B232-39F1-4E44-A0F4-1068F1321AF1}" srcOrd="0" destOrd="0" presId="urn:microsoft.com/office/officeart/2005/8/layout/cycle1"/>
    <dgm:cxn modelId="{A6FC082E-4B31-4BA1-BB78-FC99F114C875}" srcId="{352B698E-1DC6-4CCC-AD42-146338404F0B}" destId="{1D37B4B0-3962-4FCE-B97A-020BA74EA435}" srcOrd="3" destOrd="0" parTransId="{44B603C0-3647-4588-B1A5-1DD3D3C21E1C}" sibTransId="{9D760EA0-27BE-4864-8C7B-A70779238020}"/>
    <dgm:cxn modelId="{FBD7705C-1B17-4E47-AE97-C1C929B71D8F}" type="presOf" srcId="{352B698E-1DC6-4CCC-AD42-146338404F0B}" destId="{911D3DBE-94FA-43D1-BC59-C3A352085D6E}" srcOrd="0" destOrd="0" presId="urn:microsoft.com/office/officeart/2005/8/layout/cycle1"/>
    <dgm:cxn modelId="{AB8F456A-A63B-4F54-9E95-34830CA7973A}" type="presOf" srcId="{6BEE3B15-6249-44AE-B89A-CF366251C536}" destId="{7C437AAD-EA20-405E-85DC-51F34C93F50A}" srcOrd="0" destOrd="0" presId="urn:microsoft.com/office/officeart/2005/8/layout/cycle1"/>
    <dgm:cxn modelId="{DBB4B080-03EC-4119-8115-80563823B485}" srcId="{352B698E-1DC6-4CCC-AD42-146338404F0B}" destId="{6BEE3B15-6249-44AE-B89A-CF366251C536}" srcOrd="1" destOrd="0" parTransId="{99356DAB-2E5A-482C-AD07-322B323AD35E}" sibTransId="{3D49359F-307D-4E85-97AD-DEF7A8AB4C6F}"/>
    <dgm:cxn modelId="{5399BAA5-9A56-4C53-8D37-A4F68409662E}" type="presOf" srcId="{9D760EA0-27BE-4864-8C7B-A70779238020}" destId="{EBDBA72C-8954-405F-984A-ED3E0793BC49}" srcOrd="0" destOrd="0" presId="urn:microsoft.com/office/officeart/2005/8/layout/cycle1"/>
    <dgm:cxn modelId="{E41AA3B1-088F-4C76-A54B-627821B6C38F}" type="presOf" srcId="{3D49359F-307D-4E85-97AD-DEF7A8AB4C6F}" destId="{87EA6312-CA49-4B30-B8BC-22941F004652}" srcOrd="0" destOrd="0" presId="urn:microsoft.com/office/officeart/2005/8/layout/cycle1"/>
    <dgm:cxn modelId="{3224D2C0-5B2E-4430-B62B-C0AA08981224}" srcId="{352B698E-1DC6-4CCC-AD42-146338404F0B}" destId="{1A91D060-6639-432F-85D1-350F832C2A49}" srcOrd="0" destOrd="0" parTransId="{2FC7AFAA-54A8-4524-8B03-2DCFD3ED2848}" sibTransId="{7BF21CE2-2F75-40DD-BDDC-234092891091}"/>
    <dgm:cxn modelId="{1034AAD7-ABBF-4C5F-B7F0-77367CE3171D}" type="presOf" srcId="{9B4D5649-9DD3-4DF5-BF6E-35EA79A4AA8F}" destId="{4AA3D6AA-CB56-4F5D-88A7-3414B459D6FD}" srcOrd="0" destOrd="0" presId="urn:microsoft.com/office/officeart/2005/8/layout/cycle1"/>
    <dgm:cxn modelId="{DD944BE0-18B2-4755-8647-A853CDDD7CA6}" type="presOf" srcId="{1A91D060-6639-432F-85D1-350F832C2A49}" destId="{6EB38A47-7243-4A05-8561-7E327601D4FD}" srcOrd="0" destOrd="0" presId="urn:microsoft.com/office/officeart/2005/8/layout/cycle1"/>
    <dgm:cxn modelId="{0CDEA6EF-B03C-44AB-8686-6DF323D1324B}" type="presOf" srcId="{636F1BFC-A43E-4FE4-A44A-45CBF8065B68}" destId="{0874768A-666D-49B2-A3A1-B0FF16C53454}" srcOrd="0" destOrd="0" presId="urn:microsoft.com/office/officeart/2005/8/layout/cycle1"/>
    <dgm:cxn modelId="{8DB091AB-0547-4CA8-861F-03B814F69CC3}" type="presParOf" srcId="{911D3DBE-94FA-43D1-BC59-C3A352085D6E}" destId="{18A3CE73-3ABA-410D-BC34-E97CBDC71862}" srcOrd="0" destOrd="0" presId="urn:microsoft.com/office/officeart/2005/8/layout/cycle1"/>
    <dgm:cxn modelId="{6E100EE4-5B07-4EB8-A235-A16A9DA56AF7}" type="presParOf" srcId="{911D3DBE-94FA-43D1-BC59-C3A352085D6E}" destId="{6EB38A47-7243-4A05-8561-7E327601D4FD}" srcOrd="1" destOrd="0" presId="urn:microsoft.com/office/officeart/2005/8/layout/cycle1"/>
    <dgm:cxn modelId="{BE7B9C7C-0778-40F1-95D6-4D859131D5FC}" type="presParOf" srcId="{911D3DBE-94FA-43D1-BC59-C3A352085D6E}" destId="{2C18B232-39F1-4E44-A0F4-1068F1321AF1}" srcOrd="2" destOrd="0" presId="urn:microsoft.com/office/officeart/2005/8/layout/cycle1"/>
    <dgm:cxn modelId="{F53AF9A0-33F4-43D8-B72C-0181A40B19CE}" type="presParOf" srcId="{911D3DBE-94FA-43D1-BC59-C3A352085D6E}" destId="{E32A84A3-A286-40B5-833E-11894CF1DA98}" srcOrd="3" destOrd="0" presId="urn:microsoft.com/office/officeart/2005/8/layout/cycle1"/>
    <dgm:cxn modelId="{D27F584F-A3BC-45F5-BFA0-06F46A27F743}" type="presParOf" srcId="{911D3DBE-94FA-43D1-BC59-C3A352085D6E}" destId="{7C437AAD-EA20-405E-85DC-51F34C93F50A}" srcOrd="4" destOrd="0" presId="urn:microsoft.com/office/officeart/2005/8/layout/cycle1"/>
    <dgm:cxn modelId="{92229D5B-1F5C-4838-9F04-21A27770CDEE}" type="presParOf" srcId="{911D3DBE-94FA-43D1-BC59-C3A352085D6E}" destId="{87EA6312-CA49-4B30-B8BC-22941F004652}" srcOrd="5" destOrd="0" presId="urn:microsoft.com/office/officeart/2005/8/layout/cycle1"/>
    <dgm:cxn modelId="{1678BB4A-C8D3-43FF-BCC4-2C04B9C0EEBF}" type="presParOf" srcId="{911D3DBE-94FA-43D1-BC59-C3A352085D6E}" destId="{6B031E32-3897-4759-B49E-C8722B26E11C}" srcOrd="6" destOrd="0" presId="urn:microsoft.com/office/officeart/2005/8/layout/cycle1"/>
    <dgm:cxn modelId="{B0E4DEC8-172C-4938-84D1-177B4703C984}" type="presParOf" srcId="{911D3DBE-94FA-43D1-BC59-C3A352085D6E}" destId="{0874768A-666D-49B2-A3A1-B0FF16C53454}" srcOrd="7" destOrd="0" presId="urn:microsoft.com/office/officeart/2005/8/layout/cycle1"/>
    <dgm:cxn modelId="{3141BE1B-7147-447C-8E7C-1314A173AAB9}" type="presParOf" srcId="{911D3DBE-94FA-43D1-BC59-C3A352085D6E}" destId="{4AA3D6AA-CB56-4F5D-88A7-3414B459D6FD}" srcOrd="8" destOrd="0" presId="urn:microsoft.com/office/officeart/2005/8/layout/cycle1"/>
    <dgm:cxn modelId="{D3FBFBC6-52F7-4532-B9F7-8EB876CF27A1}" type="presParOf" srcId="{911D3DBE-94FA-43D1-BC59-C3A352085D6E}" destId="{0E15C9AF-72A6-41FA-9601-A2B15F366462}" srcOrd="9" destOrd="0" presId="urn:microsoft.com/office/officeart/2005/8/layout/cycle1"/>
    <dgm:cxn modelId="{24AA08FC-A50C-4A86-91DB-FB803E16CDF6}" type="presParOf" srcId="{911D3DBE-94FA-43D1-BC59-C3A352085D6E}" destId="{75B10B16-C56C-4B1A-9F25-1C3932B38CCB}" srcOrd="10" destOrd="0" presId="urn:microsoft.com/office/officeart/2005/8/layout/cycle1"/>
    <dgm:cxn modelId="{852CC639-21FC-4BCA-8054-974125CE79DD}" type="presParOf" srcId="{911D3DBE-94FA-43D1-BC59-C3A352085D6E}" destId="{EBDBA72C-8954-405F-984A-ED3E0793BC49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52BD67E-F94C-41BD-92D0-25D104C2B5B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866509AD-F98C-4182-BA81-0FB7C34253D5}">
      <dgm:prSet/>
      <dgm:spPr/>
      <dgm:t>
        <a:bodyPr/>
        <a:lstStyle/>
        <a:p>
          <a:r>
            <a:rPr lang="de-DE"/>
            <a:t>Check, ob etwas zutrifft</a:t>
          </a:r>
        </a:p>
      </dgm:t>
    </dgm:pt>
    <dgm:pt modelId="{96E67A13-5366-4979-A17C-15E6EF0B9CE4}" type="parTrans" cxnId="{466E12DA-1FBE-4706-AE43-856CEB558534}">
      <dgm:prSet/>
      <dgm:spPr/>
      <dgm:t>
        <a:bodyPr/>
        <a:lstStyle/>
        <a:p>
          <a:endParaRPr lang="de-DE"/>
        </a:p>
      </dgm:t>
    </dgm:pt>
    <dgm:pt modelId="{61F57952-DD73-415D-B2DC-34355107AFCA}" type="sibTrans" cxnId="{466E12DA-1FBE-4706-AE43-856CEB558534}">
      <dgm:prSet/>
      <dgm:spPr/>
      <dgm:t>
        <a:bodyPr/>
        <a:lstStyle/>
        <a:p>
          <a:endParaRPr lang="de-DE"/>
        </a:p>
      </dgm:t>
    </dgm:pt>
    <dgm:pt modelId="{E76C2559-AD8F-40FA-9EB6-C2E5AD2BCD3B}">
      <dgm:prSet/>
      <dgm:spPr/>
      <dgm:t>
        <a:bodyPr/>
        <a:lstStyle/>
        <a:p>
          <a:r>
            <a:rPr lang="de-DE"/>
            <a:t>Wenn es wahr ist</a:t>
          </a:r>
        </a:p>
      </dgm:t>
    </dgm:pt>
    <dgm:pt modelId="{DEE0DC91-9A58-479B-8836-D1BBF07737F2}" type="parTrans" cxnId="{8E941ACE-CD08-40FD-A18B-A5CAA318299B}">
      <dgm:prSet/>
      <dgm:spPr/>
      <dgm:t>
        <a:bodyPr/>
        <a:lstStyle/>
        <a:p>
          <a:endParaRPr lang="de-DE"/>
        </a:p>
      </dgm:t>
    </dgm:pt>
    <dgm:pt modelId="{25A4EDC5-7463-41A2-B9EB-25C5AAA5EB5F}" type="sibTrans" cxnId="{8E941ACE-CD08-40FD-A18B-A5CAA318299B}">
      <dgm:prSet/>
      <dgm:spPr/>
      <dgm:t>
        <a:bodyPr/>
        <a:lstStyle/>
        <a:p>
          <a:endParaRPr lang="de-DE"/>
        </a:p>
      </dgm:t>
    </dgm:pt>
    <dgm:pt modelId="{8D518F2E-8B08-4D43-8112-81748B9BF82B}">
      <dgm:prSet/>
      <dgm:spPr/>
      <dgm:t>
        <a:bodyPr/>
        <a:lstStyle/>
        <a:p>
          <a:r>
            <a:rPr lang="de-DE"/>
            <a:t>Dann mache etwas</a:t>
          </a:r>
        </a:p>
      </dgm:t>
    </dgm:pt>
    <dgm:pt modelId="{24ACD7A7-7DBD-4904-8F41-7F07A14F65C8}" type="parTrans" cxnId="{4C529C4E-BDC4-4532-8937-15C6DD88CA77}">
      <dgm:prSet/>
      <dgm:spPr/>
      <dgm:t>
        <a:bodyPr/>
        <a:lstStyle/>
        <a:p>
          <a:endParaRPr lang="de-DE"/>
        </a:p>
      </dgm:t>
    </dgm:pt>
    <dgm:pt modelId="{7DA8F00C-686C-49D2-9DA0-5A5283E41E90}" type="sibTrans" cxnId="{4C529C4E-BDC4-4532-8937-15C6DD88CA77}">
      <dgm:prSet/>
      <dgm:spPr/>
      <dgm:t>
        <a:bodyPr/>
        <a:lstStyle/>
        <a:p>
          <a:endParaRPr lang="de-DE"/>
        </a:p>
      </dgm:t>
    </dgm:pt>
    <dgm:pt modelId="{8513CF72-EC6E-4342-A5AD-B5BDE1621798}" type="pres">
      <dgm:prSet presAssocID="{C52BD67E-F94C-41BD-92D0-25D104C2B5BA}" presName="CompostProcess" presStyleCnt="0">
        <dgm:presLayoutVars>
          <dgm:dir/>
          <dgm:resizeHandles val="exact"/>
        </dgm:presLayoutVars>
      </dgm:prSet>
      <dgm:spPr/>
    </dgm:pt>
    <dgm:pt modelId="{C39F36AD-370A-4BB7-9CC9-8B0A09A90E94}" type="pres">
      <dgm:prSet presAssocID="{C52BD67E-F94C-41BD-92D0-25D104C2B5BA}" presName="arrow" presStyleLbl="bgShp" presStyleIdx="0" presStyleCnt="1"/>
      <dgm:spPr/>
    </dgm:pt>
    <dgm:pt modelId="{29760E92-CD19-4371-90FB-D037284AF9A2}" type="pres">
      <dgm:prSet presAssocID="{C52BD67E-F94C-41BD-92D0-25D104C2B5BA}" presName="linearProcess" presStyleCnt="0"/>
      <dgm:spPr/>
    </dgm:pt>
    <dgm:pt modelId="{23B6941E-27A1-444B-ABEA-4B72AB6476E5}" type="pres">
      <dgm:prSet presAssocID="{866509AD-F98C-4182-BA81-0FB7C34253D5}" presName="textNode" presStyleLbl="node1" presStyleIdx="0" presStyleCnt="3">
        <dgm:presLayoutVars>
          <dgm:bulletEnabled val="1"/>
        </dgm:presLayoutVars>
      </dgm:prSet>
      <dgm:spPr/>
    </dgm:pt>
    <dgm:pt modelId="{C37E8361-24C9-492A-BC43-ED65FFA30EED}" type="pres">
      <dgm:prSet presAssocID="{61F57952-DD73-415D-B2DC-34355107AFCA}" presName="sibTrans" presStyleCnt="0"/>
      <dgm:spPr/>
    </dgm:pt>
    <dgm:pt modelId="{319E325B-FFBA-4495-90B7-E2FE4AA31A93}" type="pres">
      <dgm:prSet presAssocID="{E76C2559-AD8F-40FA-9EB6-C2E5AD2BCD3B}" presName="textNode" presStyleLbl="node1" presStyleIdx="1" presStyleCnt="3">
        <dgm:presLayoutVars>
          <dgm:bulletEnabled val="1"/>
        </dgm:presLayoutVars>
      </dgm:prSet>
      <dgm:spPr/>
    </dgm:pt>
    <dgm:pt modelId="{1A415C26-29DC-414F-98B3-ABF430E1EC7A}" type="pres">
      <dgm:prSet presAssocID="{25A4EDC5-7463-41A2-B9EB-25C5AAA5EB5F}" presName="sibTrans" presStyleCnt="0"/>
      <dgm:spPr/>
    </dgm:pt>
    <dgm:pt modelId="{0EB5F572-3059-4F31-BBB7-CE624664F492}" type="pres">
      <dgm:prSet presAssocID="{8D518F2E-8B08-4D43-8112-81748B9BF82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9379B4C-3264-4CC7-A6D8-B4A126F06DF5}" type="presOf" srcId="{8D518F2E-8B08-4D43-8112-81748B9BF82B}" destId="{0EB5F572-3059-4F31-BBB7-CE624664F492}" srcOrd="0" destOrd="0" presId="urn:microsoft.com/office/officeart/2005/8/layout/hProcess9"/>
    <dgm:cxn modelId="{4C529C4E-BDC4-4532-8937-15C6DD88CA77}" srcId="{C52BD67E-F94C-41BD-92D0-25D104C2B5BA}" destId="{8D518F2E-8B08-4D43-8112-81748B9BF82B}" srcOrd="2" destOrd="0" parTransId="{24ACD7A7-7DBD-4904-8F41-7F07A14F65C8}" sibTransId="{7DA8F00C-686C-49D2-9DA0-5A5283E41E90}"/>
    <dgm:cxn modelId="{C0DEC585-3354-41C8-862E-127D735A6A37}" type="presOf" srcId="{866509AD-F98C-4182-BA81-0FB7C34253D5}" destId="{23B6941E-27A1-444B-ABEA-4B72AB6476E5}" srcOrd="0" destOrd="0" presId="urn:microsoft.com/office/officeart/2005/8/layout/hProcess9"/>
    <dgm:cxn modelId="{46577489-FE3B-4DE8-AA35-D9F1F5FD126B}" type="presOf" srcId="{E76C2559-AD8F-40FA-9EB6-C2E5AD2BCD3B}" destId="{319E325B-FFBA-4495-90B7-E2FE4AA31A93}" srcOrd="0" destOrd="0" presId="urn:microsoft.com/office/officeart/2005/8/layout/hProcess9"/>
    <dgm:cxn modelId="{4B532FA6-463E-452C-8414-C143695738B6}" type="presOf" srcId="{C52BD67E-F94C-41BD-92D0-25D104C2B5BA}" destId="{8513CF72-EC6E-4342-A5AD-B5BDE1621798}" srcOrd="0" destOrd="0" presId="urn:microsoft.com/office/officeart/2005/8/layout/hProcess9"/>
    <dgm:cxn modelId="{8E941ACE-CD08-40FD-A18B-A5CAA318299B}" srcId="{C52BD67E-F94C-41BD-92D0-25D104C2B5BA}" destId="{E76C2559-AD8F-40FA-9EB6-C2E5AD2BCD3B}" srcOrd="1" destOrd="0" parTransId="{DEE0DC91-9A58-479B-8836-D1BBF07737F2}" sibTransId="{25A4EDC5-7463-41A2-B9EB-25C5AAA5EB5F}"/>
    <dgm:cxn modelId="{466E12DA-1FBE-4706-AE43-856CEB558534}" srcId="{C52BD67E-F94C-41BD-92D0-25D104C2B5BA}" destId="{866509AD-F98C-4182-BA81-0FB7C34253D5}" srcOrd="0" destOrd="0" parTransId="{96E67A13-5366-4979-A17C-15E6EF0B9CE4}" sibTransId="{61F57952-DD73-415D-B2DC-34355107AFCA}"/>
    <dgm:cxn modelId="{37CDCC46-55AD-4AB5-8C3C-852AA379490B}" type="presParOf" srcId="{8513CF72-EC6E-4342-A5AD-B5BDE1621798}" destId="{C39F36AD-370A-4BB7-9CC9-8B0A09A90E94}" srcOrd="0" destOrd="0" presId="urn:microsoft.com/office/officeart/2005/8/layout/hProcess9"/>
    <dgm:cxn modelId="{A45419A9-B04C-4253-BCE4-6AAA5CD9B437}" type="presParOf" srcId="{8513CF72-EC6E-4342-A5AD-B5BDE1621798}" destId="{29760E92-CD19-4371-90FB-D037284AF9A2}" srcOrd="1" destOrd="0" presId="urn:microsoft.com/office/officeart/2005/8/layout/hProcess9"/>
    <dgm:cxn modelId="{360EB731-B470-4621-B62C-9C808C14F612}" type="presParOf" srcId="{29760E92-CD19-4371-90FB-D037284AF9A2}" destId="{23B6941E-27A1-444B-ABEA-4B72AB6476E5}" srcOrd="0" destOrd="0" presId="urn:microsoft.com/office/officeart/2005/8/layout/hProcess9"/>
    <dgm:cxn modelId="{958F7D67-B850-4A3E-8328-91B3FF070D1A}" type="presParOf" srcId="{29760E92-CD19-4371-90FB-D037284AF9A2}" destId="{C37E8361-24C9-492A-BC43-ED65FFA30EED}" srcOrd="1" destOrd="0" presId="urn:microsoft.com/office/officeart/2005/8/layout/hProcess9"/>
    <dgm:cxn modelId="{F1AE9700-F533-4F5E-95E2-2448239D1B0D}" type="presParOf" srcId="{29760E92-CD19-4371-90FB-D037284AF9A2}" destId="{319E325B-FFBA-4495-90B7-E2FE4AA31A93}" srcOrd="2" destOrd="0" presId="urn:microsoft.com/office/officeart/2005/8/layout/hProcess9"/>
    <dgm:cxn modelId="{E8F14B8A-D0A8-49A7-BA29-FCD1A6BBF47F}" type="presParOf" srcId="{29760E92-CD19-4371-90FB-D037284AF9A2}" destId="{1A415C26-29DC-414F-98B3-ABF430E1EC7A}" srcOrd="3" destOrd="0" presId="urn:microsoft.com/office/officeart/2005/8/layout/hProcess9"/>
    <dgm:cxn modelId="{11F5B2E5-E4DB-4804-8884-CB9D75B6BF94}" type="presParOf" srcId="{29760E92-CD19-4371-90FB-D037284AF9A2}" destId="{0EB5F572-3059-4F31-BBB7-CE624664F492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6C838ED-1FBF-4380-99EA-E072D10E13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30C306C1-B5EF-4F66-BEBD-937D57259853}">
      <dgm:prSet/>
      <dgm:spPr/>
      <dgm:t>
        <a:bodyPr/>
        <a:lstStyle/>
        <a:p>
          <a:r>
            <a:rPr lang="de-DE"/>
            <a:t>Funktionalität einführen (Beispiel Fläche)</a:t>
          </a:r>
        </a:p>
      </dgm:t>
    </dgm:pt>
    <dgm:pt modelId="{45D1BB62-5DC6-48DC-AC27-8D412A2BF9E3}" type="parTrans" cxnId="{13520C0B-9984-4CB8-B7F2-473F7753D39E}">
      <dgm:prSet/>
      <dgm:spPr/>
      <dgm:t>
        <a:bodyPr/>
        <a:lstStyle/>
        <a:p>
          <a:endParaRPr lang="de-DE"/>
        </a:p>
      </dgm:t>
    </dgm:pt>
    <dgm:pt modelId="{42090FAC-E699-48F3-9E87-5079D2E6ADD1}" type="sibTrans" cxnId="{13520C0B-9984-4CB8-B7F2-473F7753D39E}">
      <dgm:prSet/>
      <dgm:spPr/>
      <dgm:t>
        <a:bodyPr/>
        <a:lstStyle/>
        <a:p>
          <a:endParaRPr lang="de-DE"/>
        </a:p>
      </dgm:t>
    </dgm:pt>
    <dgm:pt modelId="{055E8E71-DEAD-490D-84BF-CC6BF57F8A7E}">
      <dgm:prSet/>
      <dgm:spPr/>
      <dgm:t>
        <a:bodyPr/>
        <a:lstStyle/>
        <a:p>
          <a:r>
            <a:rPr lang="de-DE"/>
            <a:t>Wiederholenden Code vermeiden</a:t>
          </a:r>
        </a:p>
      </dgm:t>
    </dgm:pt>
    <dgm:pt modelId="{5AB6E5AF-DB00-4487-B72F-185745448DCE}" type="parTrans" cxnId="{8F3AA416-B111-495A-BF16-7938894EFAB5}">
      <dgm:prSet/>
      <dgm:spPr/>
      <dgm:t>
        <a:bodyPr/>
        <a:lstStyle/>
        <a:p>
          <a:endParaRPr lang="de-DE"/>
        </a:p>
      </dgm:t>
    </dgm:pt>
    <dgm:pt modelId="{443F0563-1A9C-45E1-8A19-90257CE476E4}" type="sibTrans" cxnId="{8F3AA416-B111-495A-BF16-7938894EFAB5}">
      <dgm:prSet/>
      <dgm:spPr/>
      <dgm:t>
        <a:bodyPr/>
        <a:lstStyle/>
        <a:p>
          <a:endParaRPr lang="de-DE"/>
        </a:p>
      </dgm:t>
    </dgm:pt>
    <dgm:pt modelId="{26D9B2C2-446E-4B1A-BAA3-DCF26F44422D}">
      <dgm:prSet/>
      <dgm:spPr/>
      <dgm:t>
        <a:bodyPr/>
        <a:lstStyle/>
        <a:p>
          <a:r>
            <a:rPr lang="de-DE"/>
            <a:t>Code übersichtlicher gestalten</a:t>
          </a:r>
        </a:p>
      </dgm:t>
    </dgm:pt>
    <dgm:pt modelId="{C0672BA0-77A1-4AF2-93D3-C83299F81AED}" type="parTrans" cxnId="{4C602A05-12A2-41F7-A8C7-CEF82AA412F3}">
      <dgm:prSet/>
      <dgm:spPr/>
      <dgm:t>
        <a:bodyPr/>
        <a:lstStyle/>
        <a:p>
          <a:endParaRPr lang="de-DE"/>
        </a:p>
      </dgm:t>
    </dgm:pt>
    <dgm:pt modelId="{2CC9AFA6-D4A0-4688-A4C1-FA0D16DB15D3}" type="sibTrans" cxnId="{4C602A05-12A2-41F7-A8C7-CEF82AA412F3}">
      <dgm:prSet/>
      <dgm:spPr/>
      <dgm:t>
        <a:bodyPr/>
        <a:lstStyle/>
        <a:p>
          <a:endParaRPr lang="de-DE"/>
        </a:p>
      </dgm:t>
    </dgm:pt>
    <dgm:pt modelId="{EF7A0646-16A4-4930-96DC-61DC30712AAD}">
      <dgm:prSet/>
      <dgm:spPr/>
      <dgm:t>
        <a:bodyPr/>
        <a:lstStyle/>
        <a:p>
          <a:r>
            <a:rPr lang="de-DE"/>
            <a:t>Bei Imports werden </a:t>
          </a:r>
          <a:r>
            <a:rPr lang="de-DE" b="1"/>
            <a:t>Funktionen</a:t>
          </a:r>
          <a:r>
            <a:rPr lang="de-DE"/>
            <a:t> importiert</a:t>
          </a:r>
        </a:p>
      </dgm:t>
    </dgm:pt>
    <dgm:pt modelId="{4DB12FC0-E688-4CDC-BFED-2E9FFA4A7D52}" type="parTrans" cxnId="{F9CE97BA-9A4B-47ED-83EC-A4DEAD1E5FC9}">
      <dgm:prSet/>
      <dgm:spPr/>
      <dgm:t>
        <a:bodyPr/>
        <a:lstStyle/>
        <a:p>
          <a:endParaRPr lang="de-DE"/>
        </a:p>
      </dgm:t>
    </dgm:pt>
    <dgm:pt modelId="{E7D56594-D37D-44B0-BBC9-79AFB59D9C94}" type="sibTrans" cxnId="{F9CE97BA-9A4B-47ED-83EC-A4DEAD1E5FC9}">
      <dgm:prSet/>
      <dgm:spPr/>
      <dgm:t>
        <a:bodyPr/>
        <a:lstStyle/>
        <a:p>
          <a:endParaRPr lang="de-DE"/>
        </a:p>
      </dgm:t>
    </dgm:pt>
    <dgm:pt modelId="{8C7BFB43-1512-43C4-A87D-62A757D92A50}" type="pres">
      <dgm:prSet presAssocID="{76C838ED-1FBF-4380-99EA-E072D10E1392}" presName="linear" presStyleCnt="0">
        <dgm:presLayoutVars>
          <dgm:animLvl val="lvl"/>
          <dgm:resizeHandles val="exact"/>
        </dgm:presLayoutVars>
      </dgm:prSet>
      <dgm:spPr/>
    </dgm:pt>
    <dgm:pt modelId="{DEE66718-D5FB-4ADB-953D-C966302EF7BA}" type="pres">
      <dgm:prSet presAssocID="{30C306C1-B5EF-4F66-BEBD-937D572598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8777F2-475B-4FFB-8108-2A9C5F6A7814}" type="pres">
      <dgm:prSet presAssocID="{42090FAC-E699-48F3-9E87-5079D2E6ADD1}" presName="spacer" presStyleCnt="0"/>
      <dgm:spPr/>
    </dgm:pt>
    <dgm:pt modelId="{DC53F064-D0F2-40C9-A773-D192CF3785DF}" type="pres">
      <dgm:prSet presAssocID="{055E8E71-DEAD-490D-84BF-CC6BF57F8A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4F4D2A-08FD-4E9E-804A-18BBA5565353}" type="pres">
      <dgm:prSet presAssocID="{443F0563-1A9C-45E1-8A19-90257CE476E4}" presName="spacer" presStyleCnt="0"/>
      <dgm:spPr/>
    </dgm:pt>
    <dgm:pt modelId="{6F7464E8-052D-4CE1-928A-FB5ACFEAB02E}" type="pres">
      <dgm:prSet presAssocID="{26D9B2C2-446E-4B1A-BAA3-DCF26F4442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8C3A93-6F5E-4163-A20B-1B65FFA65BA3}" type="pres">
      <dgm:prSet presAssocID="{2CC9AFA6-D4A0-4688-A4C1-FA0D16DB15D3}" presName="spacer" presStyleCnt="0"/>
      <dgm:spPr/>
    </dgm:pt>
    <dgm:pt modelId="{02EAE91A-9664-41C4-A51F-CB4206CA382D}" type="pres">
      <dgm:prSet presAssocID="{EF7A0646-16A4-4930-96DC-61DC30712A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C602A05-12A2-41F7-A8C7-CEF82AA412F3}" srcId="{76C838ED-1FBF-4380-99EA-E072D10E1392}" destId="{26D9B2C2-446E-4B1A-BAA3-DCF26F44422D}" srcOrd="2" destOrd="0" parTransId="{C0672BA0-77A1-4AF2-93D3-C83299F81AED}" sibTransId="{2CC9AFA6-D4A0-4688-A4C1-FA0D16DB15D3}"/>
    <dgm:cxn modelId="{13520C0B-9984-4CB8-B7F2-473F7753D39E}" srcId="{76C838ED-1FBF-4380-99EA-E072D10E1392}" destId="{30C306C1-B5EF-4F66-BEBD-937D57259853}" srcOrd="0" destOrd="0" parTransId="{45D1BB62-5DC6-48DC-AC27-8D412A2BF9E3}" sibTransId="{42090FAC-E699-48F3-9E87-5079D2E6ADD1}"/>
    <dgm:cxn modelId="{8F3AA416-B111-495A-BF16-7938894EFAB5}" srcId="{76C838ED-1FBF-4380-99EA-E072D10E1392}" destId="{055E8E71-DEAD-490D-84BF-CC6BF57F8A7E}" srcOrd="1" destOrd="0" parTransId="{5AB6E5AF-DB00-4487-B72F-185745448DCE}" sibTransId="{443F0563-1A9C-45E1-8A19-90257CE476E4}"/>
    <dgm:cxn modelId="{4B658955-0C28-4692-93C1-537F8FC09A4F}" type="presOf" srcId="{30C306C1-B5EF-4F66-BEBD-937D57259853}" destId="{DEE66718-D5FB-4ADB-953D-C966302EF7BA}" srcOrd="0" destOrd="0" presId="urn:microsoft.com/office/officeart/2005/8/layout/vList2"/>
    <dgm:cxn modelId="{DA510F87-ADA5-4625-9E43-F5A71B43A7F7}" type="presOf" srcId="{76C838ED-1FBF-4380-99EA-E072D10E1392}" destId="{8C7BFB43-1512-43C4-A87D-62A757D92A50}" srcOrd="0" destOrd="0" presId="urn:microsoft.com/office/officeart/2005/8/layout/vList2"/>
    <dgm:cxn modelId="{33D6FF9B-7192-4509-A1CA-C2E03AAA24B7}" type="presOf" srcId="{26D9B2C2-446E-4B1A-BAA3-DCF26F44422D}" destId="{6F7464E8-052D-4CE1-928A-FB5ACFEAB02E}" srcOrd="0" destOrd="0" presId="urn:microsoft.com/office/officeart/2005/8/layout/vList2"/>
    <dgm:cxn modelId="{F9CE97BA-9A4B-47ED-83EC-A4DEAD1E5FC9}" srcId="{76C838ED-1FBF-4380-99EA-E072D10E1392}" destId="{EF7A0646-16A4-4930-96DC-61DC30712AAD}" srcOrd="3" destOrd="0" parTransId="{4DB12FC0-E688-4CDC-BFED-2E9FFA4A7D52}" sibTransId="{E7D56594-D37D-44B0-BBC9-79AFB59D9C94}"/>
    <dgm:cxn modelId="{2AEF24D8-1159-4E4E-AAEA-BD2006438EF1}" type="presOf" srcId="{EF7A0646-16A4-4930-96DC-61DC30712AAD}" destId="{02EAE91A-9664-41C4-A51F-CB4206CA382D}" srcOrd="0" destOrd="0" presId="urn:microsoft.com/office/officeart/2005/8/layout/vList2"/>
    <dgm:cxn modelId="{5783A9DA-EAF3-4DA7-90EF-F550FFE29C55}" type="presOf" srcId="{055E8E71-DEAD-490D-84BF-CC6BF57F8A7E}" destId="{DC53F064-D0F2-40C9-A773-D192CF3785DF}" srcOrd="0" destOrd="0" presId="urn:microsoft.com/office/officeart/2005/8/layout/vList2"/>
    <dgm:cxn modelId="{93421EC0-A50F-45FE-A3BF-A33D05D6EEAA}" type="presParOf" srcId="{8C7BFB43-1512-43C4-A87D-62A757D92A50}" destId="{DEE66718-D5FB-4ADB-953D-C966302EF7BA}" srcOrd="0" destOrd="0" presId="urn:microsoft.com/office/officeart/2005/8/layout/vList2"/>
    <dgm:cxn modelId="{C71F0051-4E22-4816-AEBC-B97C27696448}" type="presParOf" srcId="{8C7BFB43-1512-43C4-A87D-62A757D92A50}" destId="{AB8777F2-475B-4FFB-8108-2A9C5F6A7814}" srcOrd="1" destOrd="0" presId="urn:microsoft.com/office/officeart/2005/8/layout/vList2"/>
    <dgm:cxn modelId="{4D6AD362-F1F6-4DDE-B3DD-FCBBD719A6FD}" type="presParOf" srcId="{8C7BFB43-1512-43C4-A87D-62A757D92A50}" destId="{DC53F064-D0F2-40C9-A773-D192CF3785DF}" srcOrd="2" destOrd="0" presId="urn:microsoft.com/office/officeart/2005/8/layout/vList2"/>
    <dgm:cxn modelId="{A79CED81-5390-4DD1-95CA-251EA04B41D9}" type="presParOf" srcId="{8C7BFB43-1512-43C4-A87D-62A757D92A50}" destId="{B34F4D2A-08FD-4E9E-804A-18BBA5565353}" srcOrd="3" destOrd="0" presId="urn:microsoft.com/office/officeart/2005/8/layout/vList2"/>
    <dgm:cxn modelId="{46521A9F-441F-41F5-A9C5-090FF6E49BEB}" type="presParOf" srcId="{8C7BFB43-1512-43C4-A87D-62A757D92A50}" destId="{6F7464E8-052D-4CE1-928A-FB5ACFEAB02E}" srcOrd="4" destOrd="0" presId="urn:microsoft.com/office/officeart/2005/8/layout/vList2"/>
    <dgm:cxn modelId="{EF9B1478-7300-4713-B6BB-0A2CBC3418D0}" type="presParOf" srcId="{8C7BFB43-1512-43C4-A87D-62A757D92A50}" destId="{0D8C3A93-6F5E-4163-A20B-1B65FFA65BA3}" srcOrd="5" destOrd="0" presId="urn:microsoft.com/office/officeart/2005/8/layout/vList2"/>
    <dgm:cxn modelId="{341D0769-DFA1-4E50-BB7E-16E6F0E5D81D}" type="presParOf" srcId="{8C7BFB43-1512-43C4-A87D-62A757D92A50}" destId="{02EAE91A-9664-41C4-A51F-CB4206CA38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F885B-F03E-4136-9184-3968CF36AEA0}">
      <dsp:nvSpPr>
        <dsp:cNvPr id="0" name=""/>
        <dsp:cNvSpPr/>
      </dsp:nvSpPr>
      <dsp:spPr>
        <a:xfrm rot="5400000">
          <a:off x="1996503" y="1074686"/>
          <a:ext cx="950467" cy="108207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7468C40-9D1B-45EA-83A0-FC2DD99BFE2F}">
      <dsp:nvSpPr>
        <dsp:cNvPr id="0" name=""/>
        <dsp:cNvSpPr/>
      </dsp:nvSpPr>
      <dsp:spPr>
        <a:xfrm>
          <a:off x="960721" y="21074"/>
          <a:ext cx="3167959" cy="111996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800" kern="1200" dirty="0"/>
            <a:t>Programm</a:t>
          </a:r>
        </a:p>
      </dsp:txBody>
      <dsp:txXfrm>
        <a:off x="1015403" y="75756"/>
        <a:ext cx="3058595" cy="1010603"/>
      </dsp:txXfrm>
    </dsp:sp>
    <dsp:sp modelId="{1F4A1050-234E-45EC-826A-430CE48EEE41}">
      <dsp:nvSpPr>
        <dsp:cNvPr id="0" name=""/>
        <dsp:cNvSpPr/>
      </dsp:nvSpPr>
      <dsp:spPr>
        <a:xfrm>
          <a:off x="4102604" y="196711"/>
          <a:ext cx="5822566" cy="905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 dirty="0"/>
            <a:t>Gemeinsames Spiel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 dirty="0"/>
            <a:t>Individuelles Programm</a:t>
          </a:r>
        </a:p>
      </dsp:txBody>
      <dsp:txXfrm>
        <a:off x="4102604" y="196711"/>
        <a:ext cx="5822566" cy="905207"/>
      </dsp:txXfrm>
    </dsp:sp>
    <dsp:sp modelId="{746B1F9B-ACA1-4FEE-9B97-4FAF5462F5D0}">
      <dsp:nvSpPr>
        <dsp:cNvPr id="0" name=""/>
        <dsp:cNvSpPr/>
      </dsp:nvSpPr>
      <dsp:spPr>
        <a:xfrm rot="5400000">
          <a:off x="4808462" y="2332780"/>
          <a:ext cx="950467" cy="108207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301E626-C09A-4082-A73E-7AC0B2E42D0C}">
      <dsp:nvSpPr>
        <dsp:cNvPr id="0" name=""/>
        <dsp:cNvSpPr/>
      </dsp:nvSpPr>
      <dsp:spPr>
        <a:xfrm>
          <a:off x="3781744" y="1279167"/>
          <a:ext cx="3149831" cy="111996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800" kern="1200" dirty="0"/>
            <a:t>Einführung</a:t>
          </a:r>
        </a:p>
      </dsp:txBody>
      <dsp:txXfrm>
        <a:off x="3836426" y="1333849"/>
        <a:ext cx="3040467" cy="1010603"/>
      </dsp:txXfrm>
    </dsp:sp>
    <dsp:sp modelId="{3F8BFBA5-3D17-46E3-AC5C-5786B4EB5DD0}">
      <dsp:nvSpPr>
        <dsp:cNvPr id="0" name=""/>
        <dsp:cNvSpPr/>
      </dsp:nvSpPr>
      <dsp:spPr>
        <a:xfrm>
          <a:off x="6942358" y="1336820"/>
          <a:ext cx="3721899" cy="905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300" kern="1200" dirty="0"/>
            <a:t>Imports, Variablen, …</a:t>
          </a:r>
        </a:p>
      </dsp:txBody>
      <dsp:txXfrm>
        <a:off x="6942358" y="1336820"/>
        <a:ext cx="3721899" cy="905207"/>
      </dsp:txXfrm>
    </dsp:sp>
    <dsp:sp modelId="{46F80DE0-ABD0-4804-BF27-8A482D7951F0}">
      <dsp:nvSpPr>
        <dsp:cNvPr id="0" name=""/>
        <dsp:cNvSpPr/>
      </dsp:nvSpPr>
      <dsp:spPr>
        <a:xfrm>
          <a:off x="6602768" y="2537261"/>
          <a:ext cx="3466125" cy="111996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800" kern="1200" dirty="0" err="1"/>
            <a:t>Kahoot</a:t>
          </a:r>
          <a:endParaRPr lang="de-DE" sz="4800" kern="1200" dirty="0"/>
        </a:p>
      </dsp:txBody>
      <dsp:txXfrm>
        <a:off x="6657450" y="2591943"/>
        <a:ext cx="3356761" cy="101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5B1BB-54E4-42FF-90CC-180597E0C67E}">
      <dsp:nvSpPr>
        <dsp:cNvPr id="0" name=""/>
        <dsp:cNvSpPr/>
      </dsp:nvSpPr>
      <dsp:spPr>
        <a:xfrm>
          <a:off x="0" y="449243"/>
          <a:ext cx="5422392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Gemeinsames Spiel</a:t>
          </a:r>
          <a:endParaRPr lang="de-DE" sz="3600" kern="1200"/>
        </a:p>
      </dsp:txBody>
      <dsp:txXfrm>
        <a:off x="41123" y="490366"/>
        <a:ext cx="5340146" cy="760154"/>
      </dsp:txXfrm>
    </dsp:sp>
    <dsp:sp modelId="{C65892CD-5233-403F-98A9-4E7516193113}">
      <dsp:nvSpPr>
        <dsp:cNvPr id="0" name=""/>
        <dsp:cNvSpPr/>
      </dsp:nvSpPr>
      <dsp:spPr>
        <a:xfrm>
          <a:off x="0" y="1395323"/>
          <a:ext cx="5422392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Basics sehen</a:t>
          </a:r>
          <a:endParaRPr lang="de-DE" sz="3600" kern="1200"/>
        </a:p>
      </dsp:txBody>
      <dsp:txXfrm>
        <a:off x="41123" y="1436446"/>
        <a:ext cx="5340146" cy="760154"/>
      </dsp:txXfrm>
    </dsp:sp>
    <dsp:sp modelId="{FFB4E97C-4F15-4BDA-93A8-C92318668D88}">
      <dsp:nvSpPr>
        <dsp:cNvPr id="0" name=""/>
        <dsp:cNvSpPr/>
      </dsp:nvSpPr>
      <dsp:spPr>
        <a:xfrm>
          <a:off x="0" y="2341403"/>
          <a:ext cx="5422392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Möglichkeit zur Gestaltung</a:t>
          </a:r>
          <a:endParaRPr lang="de-DE" sz="3600" kern="1200"/>
        </a:p>
      </dsp:txBody>
      <dsp:txXfrm>
        <a:off x="41123" y="2382526"/>
        <a:ext cx="5340146" cy="760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E9A8F-9445-462E-A23B-BD73C0B2087B}">
      <dsp:nvSpPr>
        <dsp:cNvPr id="0" name=""/>
        <dsp:cNvSpPr/>
      </dsp:nvSpPr>
      <dsp:spPr>
        <a:xfrm>
          <a:off x="1070868" y="2716"/>
          <a:ext cx="2045088" cy="1636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723C8-5AD7-4CAB-8B24-8D8F1EC46114}">
      <dsp:nvSpPr>
        <dsp:cNvPr id="0" name=""/>
        <dsp:cNvSpPr/>
      </dsp:nvSpPr>
      <dsp:spPr>
        <a:xfrm>
          <a:off x="1254926" y="1475180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Pong</a:t>
          </a:r>
        </a:p>
      </dsp:txBody>
      <dsp:txXfrm>
        <a:off x="1254926" y="1475180"/>
        <a:ext cx="1820128" cy="572624"/>
      </dsp:txXfrm>
    </dsp:sp>
    <dsp:sp modelId="{CBE70FCD-6855-4645-9624-6734D3C2B2B1}">
      <dsp:nvSpPr>
        <dsp:cNvPr id="0" name=""/>
        <dsp:cNvSpPr/>
      </dsp:nvSpPr>
      <dsp:spPr>
        <a:xfrm>
          <a:off x="3320465" y="2716"/>
          <a:ext cx="2045088" cy="163607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68E1A-C763-4695-ADFA-B9ADF7C1F744}">
      <dsp:nvSpPr>
        <dsp:cNvPr id="0" name=""/>
        <dsp:cNvSpPr/>
      </dsp:nvSpPr>
      <dsp:spPr>
        <a:xfrm>
          <a:off x="3504523" y="1475180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Snake</a:t>
          </a:r>
        </a:p>
      </dsp:txBody>
      <dsp:txXfrm>
        <a:off x="3504523" y="1475180"/>
        <a:ext cx="1820128" cy="572624"/>
      </dsp:txXfrm>
    </dsp:sp>
    <dsp:sp modelId="{0884B813-94C2-4725-A2E4-E757391C85C6}">
      <dsp:nvSpPr>
        <dsp:cNvPr id="0" name=""/>
        <dsp:cNvSpPr/>
      </dsp:nvSpPr>
      <dsp:spPr>
        <a:xfrm>
          <a:off x="5570063" y="2716"/>
          <a:ext cx="2045088" cy="1636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953E1-7F19-45E2-82FC-C2259C08D1F9}">
      <dsp:nvSpPr>
        <dsp:cNvPr id="0" name=""/>
        <dsp:cNvSpPr/>
      </dsp:nvSpPr>
      <dsp:spPr>
        <a:xfrm>
          <a:off x="5754121" y="1475180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/>
            <a:t>FlappyBird</a:t>
          </a:r>
          <a:endParaRPr lang="de-DE" sz="2400" kern="1200" dirty="0"/>
        </a:p>
      </dsp:txBody>
      <dsp:txXfrm>
        <a:off x="5754121" y="1475180"/>
        <a:ext cx="1820128" cy="572624"/>
      </dsp:txXfrm>
    </dsp:sp>
    <dsp:sp modelId="{778F18B1-335F-4A47-B0B0-83A0A8AE7094}">
      <dsp:nvSpPr>
        <dsp:cNvPr id="0" name=""/>
        <dsp:cNvSpPr/>
      </dsp:nvSpPr>
      <dsp:spPr>
        <a:xfrm>
          <a:off x="7819661" y="2716"/>
          <a:ext cx="2045088" cy="163607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5F758-EE6A-4072-B00F-02B34FA64F05}">
      <dsp:nvSpPr>
        <dsp:cNvPr id="0" name=""/>
        <dsp:cNvSpPr/>
      </dsp:nvSpPr>
      <dsp:spPr>
        <a:xfrm>
          <a:off x="8003719" y="1475180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/>
            <a:t>DoodleJump</a:t>
          </a:r>
          <a:endParaRPr lang="de-DE" sz="2400" kern="1200" dirty="0"/>
        </a:p>
      </dsp:txBody>
      <dsp:txXfrm>
        <a:off x="8003719" y="1475180"/>
        <a:ext cx="1820128" cy="572624"/>
      </dsp:txXfrm>
    </dsp:sp>
    <dsp:sp modelId="{CB538E6F-320D-41C0-935B-E54EAEF61A20}">
      <dsp:nvSpPr>
        <dsp:cNvPr id="0" name=""/>
        <dsp:cNvSpPr/>
      </dsp:nvSpPr>
      <dsp:spPr>
        <a:xfrm>
          <a:off x="3320465" y="2252313"/>
          <a:ext cx="2045088" cy="1636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F5360-285C-428F-84E7-3925534F8919}">
      <dsp:nvSpPr>
        <dsp:cNvPr id="0" name=""/>
        <dsp:cNvSpPr/>
      </dsp:nvSpPr>
      <dsp:spPr>
        <a:xfrm>
          <a:off x="3504523" y="3724777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/>
            <a:t>DinoGame</a:t>
          </a:r>
          <a:endParaRPr lang="de-DE" sz="2400" kern="1200" dirty="0"/>
        </a:p>
      </dsp:txBody>
      <dsp:txXfrm>
        <a:off x="3504523" y="3724777"/>
        <a:ext cx="1820128" cy="572624"/>
      </dsp:txXfrm>
    </dsp:sp>
    <dsp:sp modelId="{EC6826E9-8602-42B1-8417-6B5AFE503D86}">
      <dsp:nvSpPr>
        <dsp:cNvPr id="0" name=""/>
        <dsp:cNvSpPr/>
      </dsp:nvSpPr>
      <dsp:spPr>
        <a:xfrm>
          <a:off x="5570063" y="2252313"/>
          <a:ext cx="2045088" cy="1636070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E02F5-17F5-4D2B-BD2A-C1B303E27484}">
      <dsp:nvSpPr>
        <dsp:cNvPr id="0" name=""/>
        <dsp:cNvSpPr/>
      </dsp:nvSpPr>
      <dsp:spPr>
        <a:xfrm>
          <a:off x="5754121" y="3724777"/>
          <a:ext cx="1820128" cy="572624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Eigenes Spiel</a:t>
          </a:r>
        </a:p>
      </dsp:txBody>
      <dsp:txXfrm>
        <a:off x="5754121" y="3724777"/>
        <a:ext cx="1820128" cy="572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noProof="0" dirty="0"/>
            <a:t>Imports</a:t>
          </a:r>
        </a:p>
      </dsp:txBody>
      <dsp:txXfrm>
        <a:off x="338329" y="222674"/>
        <a:ext cx="6468629" cy="445634"/>
      </dsp:txXfrm>
    </dsp:sp>
    <dsp:sp modelId="{07CB3071-D555-47DA-A36A-69EB91531FD8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noProof="0" dirty="0"/>
            <a:t>Variablen</a:t>
          </a:r>
        </a:p>
      </dsp:txBody>
      <dsp:txXfrm>
        <a:off x="657658" y="890913"/>
        <a:ext cx="6149301" cy="445634"/>
      </dsp:txXfrm>
    </dsp:sp>
    <dsp:sp modelId="{3F8116AC-FAC3-4E95-9865-93CCFEB191B9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27A41-4653-4C09-A18B-80112CE21F19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noProof="0" dirty="0"/>
            <a:t>Schleifen</a:t>
          </a:r>
        </a:p>
      </dsp:txBody>
      <dsp:txXfrm>
        <a:off x="755666" y="1559151"/>
        <a:ext cx="6051292" cy="445634"/>
      </dsp:txXfrm>
    </dsp:sp>
    <dsp:sp modelId="{416CB07A-A20B-41E6-83D3-E1955536A112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63003-7728-4847-9366-D524BDCD274D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noProof="0" dirty="0"/>
            <a:t>Bedingungen</a:t>
          </a:r>
        </a:p>
      </dsp:txBody>
      <dsp:txXfrm>
        <a:off x="657658" y="2227389"/>
        <a:ext cx="6149301" cy="445634"/>
      </dsp:txXfrm>
    </dsp:sp>
    <dsp:sp modelId="{0B2B0383-B506-4521-BB38-337913E2B74C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A6E0A-7933-40E2-9B30-996BA554F573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noProof="0" dirty="0"/>
            <a:t>Funktionen</a:t>
          </a:r>
        </a:p>
      </dsp:txBody>
      <dsp:txXfrm>
        <a:off x="338329" y="2895628"/>
        <a:ext cx="6468629" cy="445634"/>
      </dsp:txXfrm>
    </dsp:sp>
    <dsp:sp modelId="{F9DE2FC1-888E-4143-9D51-5C1D673B1325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426BF-33EF-4AFF-B4CE-537C81C470AD}">
      <dsp:nvSpPr>
        <dsp:cNvPr id="0" name=""/>
        <dsp:cNvSpPr/>
      </dsp:nvSpPr>
      <dsp:spPr>
        <a:xfrm>
          <a:off x="0" y="48383"/>
          <a:ext cx="5422392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Man </a:t>
          </a:r>
          <a:r>
            <a:rPr lang="en-US" sz="2200" kern="1200" dirty="0" err="1"/>
            <a:t>importiert</a:t>
          </a:r>
          <a:r>
            <a:rPr lang="en-US" sz="2200" kern="1200" dirty="0"/>
            <a:t> </a:t>
          </a:r>
          <a:r>
            <a:rPr lang="en-US" sz="2200" kern="1200" dirty="0" err="1"/>
            <a:t>Funktionalitäten</a:t>
          </a:r>
          <a:endParaRPr lang="de-DE" sz="2200" kern="1200" dirty="0"/>
        </a:p>
      </dsp:txBody>
      <dsp:txXfrm>
        <a:off x="40837" y="89220"/>
        <a:ext cx="5340718" cy="754876"/>
      </dsp:txXfrm>
    </dsp:sp>
    <dsp:sp modelId="{A6F691EA-9781-4C47-B361-371BB6AFA761}">
      <dsp:nvSpPr>
        <dsp:cNvPr id="0" name=""/>
        <dsp:cNvSpPr/>
      </dsp:nvSpPr>
      <dsp:spPr>
        <a:xfrm>
          <a:off x="0" y="948293"/>
          <a:ext cx="5422392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Vorteil:  man muss es nicht selber schreiben</a:t>
          </a:r>
          <a:endParaRPr lang="de-DE" sz="2200" kern="1200"/>
        </a:p>
      </dsp:txBody>
      <dsp:txXfrm>
        <a:off x="40837" y="989130"/>
        <a:ext cx="5340718" cy="754876"/>
      </dsp:txXfrm>
    </dsp:sp>
    <dsp:sp modelId="{FEA7289F-335E-4C33-8185-FA59B7067C86}">
      <dsp:nvSpPr>
        <dsp:cNvPr id="0" name=""/>
        <dsp:cNvSpPr/>
      </dsp:nvSpPr>
      <dsp:spPr>
        <a:xfrm>
          <a:off x="0" y="1848203"/>
          <a:ext cx="5422392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Unsere</a:t>
          </a:r>
          <a:r>
            <a:rPr lang="en-US" sz="2200" kern="1200" dirty="0"/>
            <a:t> Imports: </a:t>
          </a:r>
          <a:r>
            <a:rPr lang="en-US" sz="2200" kern="1200" dirty="0" err="1"/>
            <a:t>pygame</a:t>
          </a:r>
          <a:r>
            <a:rPr lang="en-US" sz="2200" kern="1200" dirty="0"/>
            <a:t>, math, random…</a:t>
          </a:r>
          <a:endParaRPr lang="de-DE" sz="2200" kern="1200" dirty="0"/>
        </a:p>
      </dsp:txBody>
      <dsp:txXfrm>
        <a:off x="40837" y="1889040"/>
        <a:ext cx="5340718" cy="754876"/>
      </dsp:txXfrm>
    </dsp:sp>
    <dsp:sp modelId="{47A138BF-123D-446D-9769-8562D182FEAB}">
      <dsp:nvSpPr>
        <dsp:cNvPr id="0" name=""/>
        <dsp:cNvSpPr/>
      </dsp:nvSpPr>
      <dsp:spPr>
        <a:xfrm>
          <a:off x="0" y="2748113"/>
          <a:ext cx="5422392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Pygame</a:t>
          </a:r>
          <a:r>
            <a:rPr lang="en-US" sz="2200" kern="1200" dirty="0"/>
            <a:t> </a:t>
          </a:r>
          <a:r>
            <a:rPr lang="en-US" sz="2200" kern="1200" dirty="0" err="1"/>
            <a:t>erleichtert</a:t>
          </a:r>
          <a:r>
            <a:rPr lang="en-US" sz="2200" kern="1200" dirty="0"/>
            <a:t> es, </a:t>
          </a:r>
          <a:r>
            <a:rPr lang="en-US" sz="2200" kern="1200" dirty="0" err="1"/>
            <a:t>Spiele</a:t>
          </a:r>
          <a:r>
            <a:rPr lang="en-US" sz="2200" kern="1200" dirty="0"/>
            <a:t> </a:t>
          </a:r>
          <a:r>
            <a:rPr lang="en-US" sz="2200" kern="1200" dirty="0" err="1"/>
            <a:t>zu</a:t>
          </a:r>
          <a:r>
            <a:rPr lang="en-US" sz="2200" kern="1200" dirty="0"/>
            <a:t> </a:t>
          </a:r>
          <a:r>
            <a:rPr lang="en-US" sz="2200" kern="1200" dirty="0" err="1"/>
            <a:t>programmieren</a:t>
          </a:r>
          <a:endParaRPr lang="de-DE" sz="2200" kern="1200" dirty="0"/>
        </a:p>
      </dsp:txBody>
      <dsp:txXfrm>
        <a:off x="40837" y="2788950"/>
        <a:ext cx="5340718" cy="7548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1F410-16A5-4B9D-A091-4C7BF636091E}">
      <dsp:nvSpPr>
        <dsp:cNvPr id="0" name=""/>
        <dsp:cNvSpPr/>
      </dsp:nvSpPr>
      <dsp:spPr>
        <a:xfrm>
          <a:off x="0" y="53468"/>
          <a:ext cx="5422390" cy="1119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Variablen sind das Gedächtnis des Programms</a:t>
          </a:r>
          <a:endParaRPr lang="de-DE" sz="2900" kern="1200"/>
        </a:p>
      </dsp:txBody>
      <dsp:txXfrm>
        <a:off x="54659" y="108127"/>
        <a:ext cx="5313072" cy="1010372"/>
      </dsp:txXfrm>
    </dsp:sp>
    <dsp:sp modelId="{ADBD0DB0-F515-44C7-BF30-6A7C19AF1FFE}">
      <dsp:nvSpPr>
        <dsp:cNvPr id="0" name=""/>
        <dsp:cNvSpPr/>
      </dsp:nvSpPr>
      <dsp:spPr>
        <a:xfrm>
          <a:off x="0" y="1256678"/>
          <a:ext cx="5422390" cy="1119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Man kann Wahr/Falsch, Zahlen, Text, Bilder, … speichern</a:t>
          </a:r>
          <a:endParaRPr lang="de-DE" sz="2900" kern="1200"/>
        </a:p>
      </dsp:txBody>
      <dsp:txXfrm>
        <a:off x="54659" y="1311337"/>
        <a:ext cx="5313072" cy="1010372"/>
      </dsp:txXfrm>
    </dsp:sp>
    <dsp:sp modelId="{5FFA9510-049B-4337-A0A4-198A62F8FD1D}">
      <dsp:nvSpPr>
        <dsp:cNvPr id="0" name=""/>
        <dsp:cNvSpPr/>
      </dsp:nvSpPr>
      <dsp:spPr>
        <a:xfrm>
          <a:off x="0" y="2459888"/>
          <a:ext cx="5422390" cy="1119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Man kann sie verändern</a:t>
          </a:r>
          <a:endParaRPr lang="de-DE" sz="2900" kern="1200"/>
        </a:p>
      </dsp:txBody>
      <dsp:txXfrm>
        <a:off x="54659" y="2514547"/>
        <a:ext cx="5313072" cy="10103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38A47-7243-4A05-8561-7E327601D4FD}">
      <dsp:nvSpPr>
        <dsp:cNvPr id="0" name=""/>
        <dsp:cNvSpPr/>
      </dsp:nvSpPr>
      <dsp:spPr>
        <a:xfrm>
          <a:off x="3160445" y="80514"/>
          <a:ext cx="1286759" cy="1286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Sachen wiederholen</a:t>
          </a:r>
        </a:p>
      </dsp:txBody>
      <dsp:txXfrm>
        <a:off x="3160445" y="80514"/>
        <a:ext cx="1286759" cy="1286759"/>
      </dsp:txXfrm>
    </dsp:sp>
    <dsp:sp modelId="{2C18B232-39F1-4E44-A0F4-1068F1321AF1}">
      <dsp:nvSpPr>
        <dsp:cNvPr id="0" name=""/>
        <dsp:cNvSpPr/>
      </dsp:nvSpPr>
      <dsp:spPr>
        <a:xfrm>
          <a:off x="894156" y="-515"/>
          <a:ext cx="3634078" cy="3634078"/>
        </a:xfrm>
        <a:prstGeom prst="circularArrow">
          <a:avLst>
            <a:gd name="adj1" fmla="val 6905"/>
            <a:gd name="adj2" fmla="val 465552"/>
            <a:gd name="adj3" fmla="val 548572"/>
            <a:gd name="adj4" fmla="val 20585876"/>
            <a:gd name="adj5" fmla="val 8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37AAD-EA20-405E-85DC-51F34C93F50A}">
      <dsp:nvSpPr>
        <dsp:cNvPr id="0" name=""/>
        <dsp:cNvSpPr/>
      </dsp:nvSpPr>
      <dsp:spPr>
        <a:xfrm>
          <a:off x="3160445" y="2265773"/>
          <a:ext cx="1286759" cy="1286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Zwei Arten: while- und for- Schleife</a:t>
          </a:r>
        </a:p>
      </dsp:txBody>
      <dsp:txXfrm>
        <a:off x="3160445" y="2265773"/>
        <a:ext cx="1286759" cy="1286759"/>
      </dsp:txXfrm>
    </dsp:sp>
    <dsp:sp modelId="{87EA6312-CA49-4B30-B8BC-22941F004652}">
      <dsp:nvSpPr>
        <dsp:cNvPr id="0" name=""/>
        <dsp:cNvSpPr/>
      </dsp:nvSpPr>
      <dsp:spPr>
        <a:xfrm>
          <a:off x="894156" y="-515"/>
          <a:ext cx="3634078" cy="3634078"/>
        </a:xfrm>
        <a:prstGeom prst="circularArrow">
          <a:avLst>
            <a:gd name="adj1" fmla="val 6905"/>
            <a:gd name="adj2" fmla="val 465552"/>
            <a:gd name="adj3" fmla="val 5948572"/>
            <a:gd name="adj4" fmla="val 4385876"/>
            <a:gd name="adj5" fmla="val 8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4768A-666D-49B2-A3A1-B0FF16C53454}">
      <dsp:nvSpPr>
        <dsp:cNvPr id="0" name=""/>
        <dsp:cNvSpPr/>
      </dsp:nvSpPr>
      <dsp:spPr>
        <a:xfrm>
          <a:off x="975187" y="2265773"/>
          <a:ext cx="1286759" cy="1286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While: Wiederhole solange, bis etwas aufhört</a:t>
          </a:r>
        </a:p>
      </dsp:txBody>
      <dsp:txXfrm>
        <a:off x="975187" y="2265773"/>
        <a:ext cx="1286759" cy="1286759"/>
      </dsp:txXfrm>
    </dsp:sp>
    <dsp:sp modelId="{4AA3D6AA-CB56-4F5D-88A7-3414B459D6FD}">
      <dsp:nvSpPr>
        <dsp:cNvPr id="0" name=""/>
        <dsp:cNvSpPr/>
      </dsp:nvSpPr>
      <dsp:spPr>
        <a:xfrm>
          <a:off x="894156" y="-515"/>
          <a:ext cx="3634078" cy="3634078"/>
        </a:xfrm>
        <a:prstGeom prst="circularArrow">
          <a:avLst>
            <a:gd name="adj1" fmla="val 6905"/>
            <a:gd name="adj2" fmla="val 465552"/>
            <a:gd name="adj3" fmla="val 11348572"/>
            <a:gd name="adj4" fmla="val 9785876"/>
            <a:gd name="adj5" fmla="val 8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10B16-C56C-4B1A-9F25-1C3932B38CCB}">
      <dsp:nvSpPr>
        <dsp:cNvPr id="0" name=""/>
        <dsp:cNvSpPr/>
      </dsp:nvSpPr>
      <dsp:spPr>
        <a:xfrm>
          <a:off x="975187" y="80514"/>
          <a:ext cx="1286759" cy="1286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For: gehe durch eine Liste von Dingen</a:t>
          </a:r>
        </a:p>
      </dsp:txBody>
      <dsp:txXfrm>
        <a:off x="975187" y="80514"/>
        <a:ext cx="1286759" cy="1286759"/>
      </dsp:txXfrm>
    </dsp:sp>
    <dsp:sp modelId="{EBDBA72C-8954-405F-984A-ED3E0793BC49}">
      <dsp:nvSpPr>
        <dsp:cNvPr id="0" name=""/>
        <dsp:cNvSpPr/>
      </dsp:nvSpPr>
      <dsp:spPr>
        <a:xfrm>
          <a:off x="894156" y="-515"/>
          <a:ext cx="3634078" cy="3634078"/>
        </a:xfrm>
        <a:prstGeom prst="circularArrow">
          <a:avLst>
            <a:gd name="adj1" fmla="val 6905"/>
            <a:gd name="adj2" fmla="val 465552"/>
            <a:gd name="adj3" fmla="val 16748572"/>
            <a:gd name="adj4" fmla="val 15185876"/>
            <a:gd name="adj5" fmla="val 805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9F36AD-370A-4BB7-9CC9-8B0A09A90E94}">
      <dsp:nvSpPr>
        <dsp:cNvPr id="0" name=""/>
        <dsp:cNvSpPr/>
      </dsp:nvSpPr>
      <dsp:spPr>
        <a:xfrm>
          <a:off x="406679" y="0"/>
          <a:ext cx="4609031" cy="363304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6941E-27A1-444B-ABEA-4B72AB6476E5}">
      <dsp:nvSpPr>
        <dsp:cNvPr id="0" name=""/>
        <dsp:cNvSpPr/>
      </dsp:nvSpPr>
      <dsp:spPr>
        <a:xfrm>
          <a:off x="183747" y="1089914"/>
          <a:ext cx="1626717" cy="1453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Check, ob etwas zutrifft</a:t>
          </a:r>
        </a:p>
      </dsp:txBody>
      <dsp:txXfrm>
        <a:off x="254687" y="1160854"/>
        <a:ext cx="1484837" cy="1311338"/>
      </dsp:txXfrm>
    </dsp:sp>
    <dsp:sp modelId="{319E325B-FFBA-4495-90B7-E2FE4AA31A93}">
      <dsp:nvSpPr>
        <dsp:cNvPr id="0" name=""/>
        <dsp:cNvSpPr/>
      </dsp:nvSpPr>
      <dsp:spPr>
        <a:xfrm>
          <a:off x="1897836" y="1089914"/>
          <a:ext cx="1626717" cy="1453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Wenn es wahr ist</a:t>
          </a:r>
        </a:p>
      </dsp:txBody>
      <dsp:txXfrm>
        <a:off x="1968776" y="1160854"/>
        <a:ext cx="1484837" cy="1311338"/>
      </dsp:txXfrm>
    </dsp:sp>
    <dsp:sp modelId="{0EB5F572-3059-4F31-BBB7-CE624664F492}">
      <dsp:nvSpPr>
        <dsp:cNvPr id="0" name=""/>
        <dsp:cNvSpPr/>
      </dsp:nvSpPr>
      <dsp:spPr>
        <a:xfrm>
          <a:off x="3611925" y="1089914"/>
          <a:ext cx="1626717" cy="14532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Dann mache etwas</a:t>
          </a:r>
        </a:p>
      </dsp:txBody>
      <dsp:txXfrm>
        <a:off x="3682865" y="1160854"/>
        <a:ext cx="1484837" cy="13113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66718-D5FB-4ADB-953D-C966302EF7BA}">
      <dsp:nvSpPr>
        <dsp:cNvPr id="0" name=""/>
        <dsp:cNvSpPr/>
      </dsp:nvSpPr>
      <dsp:spPr>
        <a:xfrm>
          <a:off x="0" y="691883"/>
          <a:ext cx="5422392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Funktionalität einführen (Beispiel Fläche)</a:t>
          </a:r>
        </a:p>
      </dsp:txBody>
      <dsp:txXfrm>
        <a:off x="25130" y="717013"/>
        <a:ext cx="5372132" cy="464540"/>
      </dsp:txXfrm>
    </dsp:sp>
    <dsp:sp modelId="{DC53F064-D0F2-40C9-A773-D192CF3785DF}">
      <dsp:nvSpPr>
        <dsp:cNvPr id="0" name=""/>
        <dsp:cNvSpPr/>
      </dsp:nvSpPr>
      <dsp:spPr>
        <a:xfrm>
          <a:off x="0" y="1270043"/>
          <a:ext cx="5422392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Wiederholenden Code vermeiden</a:t>
          </a:r>
        </a:p>
      </dsp:txBody>
      <dsp:txXfrm>
        <a:off x="25130" y="1295173"/>
        <a:ext cx="5372132" cy="464540"/>
      </dsp:txXfrm>
    </dsp:sp>
    <dsp:sp modelId="{6F7464E8-052D-4CE1-928A-FB5ACFEAB02E}">
      <dsp:nvSpPr>
        <dsp:cNvPr id="0" name=""/>
        <dsp:cNvSpPr/>
      </dsp:nvSpPr>
      <dsp:spPr>
        <a:xfrm>
          <a:off x="0" y="1848203"/>
          <a:ext cx="5422392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Code übersichtlicher gestalten</a:t>
          </a:r>
        </a:p>
      </dsp:txBody>
      <dsp:txXfrm>
        <a:off x="25130" y="1873333"/>
        <a:ext cx="5372132" cy="464540"/>
      </dsp:txXfrm>
    </dsp:sp>
    <dsp:sp modelId="{02EAE91A-9664-41C4-A51F-CB4206CA382D}">
      <dsp:nvSpPr>
        <dsp:cNvPr id="0" name=""/>
        <dsp:cNvSpPr/>
      </dsp:nvSpPr>
      <dsp:spPr>
        <a:xfrm>
          <a:off x="0" y="2426363"/>
          <a:ext cx="5422392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Bei Imports werden </a:t>
          </a:r>
          <a:r>
            <a:rPr lang="de-DE" sz="2200" b="1" kern="1200"/>
            <a:t>Funktionen</a:t>
          </a:r>
          <a:r>
            <a:rPr lang="de-DE" sz="2200" kern="1200"/>
            <a:t> importiert</a:t>
          </a:r>
        </a:p>
      </dsp:txBody>
      <dsp:txXfrm>
        <a:off x="25130" y="2451493"/>
        <a:ext cx="5372132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4A2EA4-0B56-441C-A9D3-5AD09C9F1422}" type="datetime1">
              <a:rPr lang="de-DE" smtClean="0"/>
              <a:t>06.07.2026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085CE-6145-404E-B599-68FDF26648DF}" type="datetime1">
              <a:rPr lang="de-DE" smtClean="0"/>
              <a:pPr/>
              <a:t>06.07.2026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C03BF4-324D-444B-B2B4-5879EFE83EC5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>
            <a:noAutofit/>
          </a:bodyPr>
          <a:lstStyle>
            <a:lvl1pPr>
              <a:defRPr sz="6000"/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DE1979-03AF-4780-AA12-4B63DE69AC45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D6A1D9F-0411-49EB-8C99-09648CED7900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>
            <a:noAutofit/>
          </a:bodyPr>
          <a:lstStyle>
            <a:lvl1pPr>
              <a:defRPr sz="6000"/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277A7A-EAFE-4BD9-883A-190BF6213361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7AF743-5D3F-4201-BC3F-6547FAFA22B9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D69A12-2F55-4BC0-8DE6-9A20F0D713DC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  <p:sp>
        <p:nvSpPr>
          <p:cNvPr id="7" name="Rechtec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12B84F-57B3-4CC5-9030-860002DF7D30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9E7381-8FDF-40EE-9279-25401C84A40A}" type="datetime1">
              <a:rPr lang="de-DE" noProof="0" smtClean="0"/>
              <a:t>06.07.2026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189B38-3700-4F31-B929-FDC2A865E208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14D70A-F3C5-4A6E-9522-4175BD08EA7F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4688D79-9856-49D3-A6E5-0DDD62E7F21D}" type="datetime1">
              <a:rPr lang="de-DE" noProof="0" smtClean="0"/>
              <a:t>06.07.2026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43214D96-B3C8-4F1E-B664-5DE2819FAB83}" type="datetime1">
              <a:rPr lang="de-DE" noProof="0" smtClean="0"/>
              <a:t>06.07.2026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3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htec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7" name="Bild 6" descr="Digitale Verbindungen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de-DE" sz="6000" dirty="0">
                <a:solidFill>
                  <a:schemeClr val="bg1"/>
                </a:solidFill>
              </a:rPr>
              <a:t>Programmierworkshop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de-DE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006F9-705B-617B-BD1E-43F58E13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6000" dirty="0"/>
              <a:t>Ablauf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3417F8E-8C40-DDC0-EFEC-F387BA9B0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76979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422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6FE1E-7B16-FBE8-9C8A-419F0E5A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Autofit/>
          </a:bodyPr>
          <a:lstStyle/>
          <a:p>
            <a:r>
              <a:rPr lang="de-DE" sz="6000" dirty="0"/>
              <a:t>Programm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DA8961C-5673-0BD7-5B15-EF10369B48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1916237"/>
            <a:ext cx="5462316" cy="4287918"/>
          </a:xfrm>
          <a:noFill/>
        </p:spPr>
      </p:pic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7AD49572-CCB2-631B-D79C-920FE13E05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563190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710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82AC56-E556-FA43-34E9-22158EA0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F849E7A4-4138-37A9-294F-20757925ED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7136188"/>
              </p:ext>
            </p:extLst>
          </p:nvPr>
        </p:nvGraphicFramePr>
        <p:xfrm>
          <a:off x="581192" y="2228003"/>
          <a:ext cx="10935618" cy="4300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526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hteck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8" name="Inhaltsplatzhalter 4" descr="Digitale Zahlen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de-DE" dirty="0"/>
              <a:t>Programmieren</a:t>
            </a:r>
          </a:p>
        </p:txBody>
      </p:sp>
      <p:graphicFrame>
        <p:nvGraphicFramePr>
          <p:cNvPr id="6" name="Inhaltsplatzhalt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278185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434111-A980-B41E-B825-8AA1D560167C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BFF9E-421C-B941-6B0F-5B64A6C9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dirty="0"/>
              <a:t>Imports</a:t>
            </a:r>
            <a:endParaRPr lang="de-DE"/>
          </a:p>
        </p:txBody>
      </p:sp>
      <p:pic>
        <p:nvPicPr>
          <p:cNvPr id="9" name="Inhaltsplatzhalter 8" descr="Ein Bild, das Clipart, Grafiken, Animierter Cartoon, Animation enthält.&#10;&#10;KI-generierte Inhalte können fehlerhaft sein.">
            <a:extLst>
              <a:ext uri="{FF2B5EF4-FFF2-40B4-BE49-F238E27FC236}">
                <a16:creationId xmlns:a16="http://schemas.microsoft.com/office/drawing/2014/main" id="{369B583B-A522-E6FA-3A23-6AF19777F1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3" y="3285391"/>
            <a:ext cx="5422390" cy="1518271"/>
          </a:xfrm>
          <a:noFill/>
        </p:spPr>
      </p:pic>
      <p:graphicFrame>
        <p:nvGraphicFramePr>
          <p:cNvPr id="15" name="Inhaltsplatzhalter 14">
            <a:extLst>
              <a:ext uri="{FF2B5EF4-FFF2-40B4-BE49-F238E27FC236}">
                <a16:creationId xmlns:a16="http://schemas.microsoft.com/office/drawing/2014/main" id="{26018212-03C5-BE41-D687-8E7D303E80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407924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811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D207336-53AC-06A1-3AB8-7C21F871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Variablen</a:t>
            </a:r>
            <a:endParaRPr lang="en-US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1660926-D189-73E6-32FC-865ABFF46C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1746530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590515E4-9FD7-D09C-FF1F-5BDA5A14B1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05781" y="2615878"/>
            <a:ext cx="5141922" cy="2882097"/>
          </a:xfrm>
        </p:spPr>
      </p:pic>
    </p:spTree>
    <p:extLst>
      <p:ext uri="{BB962C8B-B14F-4D97-AF65-F5344CB8AC3E}">
        <p14:creationId xmlns:p14="http://schemas.microsoft.com/office/powerpoint/2010/main" val="344328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2DE80-F1AC-E70B-1E6A-43E8F5D6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</a:t>
            </a:r>
          </a:p>
        </p:txBody>
      </p:sp>
      <p:pic>
        <p:nvPicPr>
          <p:cNvPr id="6" name="Inhaltsplatzhalter 5" descr="Ein Bild, das Text, Screenshot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155EFCB1-7595-7829-3131-8472311A26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29488" r="-1256" b="28785"/>
          <a:stretch/>
        </p:blipFill>
        <p:spPr>
          <a:xfrm>
            <a:off x="835834" y="2397965"/>
            <a:ext cx="4496532" cy="3293121"/>
          </a:xfrm>
        </p:spPr>
      </p:pic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E8AD9764-E246-B917-F7FC-414B5DAB14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335054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716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58B00-E7C4-415A-EDA1-E0A60BBE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-Bedingung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38CDC9D4-F677-7323-0498-DA6C8504A4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054707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nhaltsplatzhalter 5" descr="Ein Bild, das Text, draußen, Himmel, Gebäude enthält.&#10;&#10;KI-generierte Inhalte können fehlerhaft sein.">
            <a:extLst>
              <a:ext uri="{FF2B5EF4-FFF2-40B4-BE49-F238E27FC236}">
                <a16:creationId xmlns:a16="http://schemas.microsoft.com/office/drawing/2014/main" id="{B2F5D7FC-64E7-6833-7D5E-40A4B37906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t="33071" r="-998" b="32607"/>
          <a:stretch/>
        </p:blipFill>
        <p:spPr>
          <a:xfrm>
            <a:off x="6582335" y="2523281"/>
            <a:ext cx="4664091" cy="2847371"/>
          </a:xfrm>
        </p:spPr>
      </p:pic>
    </p:spTree>
    <p:extLst>
      <p:ext uri="{BB962C8B-B14F-4D97-AF65-F5344CB8AC3E}">
        <p14:creationId xmlns:p14="http://schemas.microsoft.com/office/powerpoint/2010/main" val="184081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4315C-570B-9243-3C4E-B8FEF1C9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</a:t>
            </a:r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B9DB7389-BF06-D1EC-0A17-CF3B2C38C0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109776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3C8D5147-3BF4-3E08-0815-E1AA6EDAB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91" y="2219322"/>
            <a:ext cx="5382496" cy="3533296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359E9F5-5E41-9D0A-C6B6-895F067DDD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02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hteck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 fontScale="90000"/>
          </a:bodyPr>
          <a:lstStyle/>
          <a:p>
            <a:pPr rtl="0"/>
            <a:r>
              <a:rPr lang="de-DE" dirty="0">
                <a:solidFill>
                  <a:srgbClr val="FFFFFF"/>
                </a:solidFill>
              </a:rPr>
              <a:t>Vielen Dank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de-DE" dirty="0">
              <a:solidFill>
                <a:schemeClr val="bg2"/>
              </a:solidFill>
            </a:endParaRPr>
          </a:p>
          <a:p>
            <a:pPr rtl="0"/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5" name="Bild 4" descr="Digitale Zahlen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8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 „Technisch“</Template>
  <TotalTime>0</TotalTime>
  <Words>151</Words>
  <Application>Microsoft Office PowerPoint</Application>
  <PresentationFormat>Breitbild</PresentationFormat>
  <Paragraphs>52</Paragraphs>
  <Slides>11</Slides>
  <Notes>3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Calibri</vt:lpstr>
      <vt:lpstr>Gill Sans MT</vt:lpstr>
      <vt:lpstr>Wingdings 2</vt:lpstr>
      <vt:lpstr>Benutzerdefiniert</vt:lpstr>
      <vt:lpstr>Programmierworkshop</vt:lpstr>
      <vt:lpstr>Ablauf</vt:lpstr>
      <vt:lpstr>Programm </vt:lpstr>
      <vt:lpstr>Programm</vt:lpstr>
      <vt:lpstr>Programmieren</vt:lpstr>
      <vt:lpstr>Imports</vt:lpstr>
      <vt:lpstr>Variablen</vt:lpstr>
      <vt:lpstr>Schleifen</vt:lpstr>
      <vt:lpstr>If-Bedingung</vt:lpstr>
      <vt:lpstr>Funktionen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Geisler</dc:creator>
  <cp:lastModifiedBy>Marco Geisler</cp:lastModifiedBy>
  <cp:revision>2</cp:revision>
  <dcterms:created xsi:type="dcterms:W3CDTF">2025-02-18T21:01:24Z</dcterms:created>
  <dcterms:modified xsi:type="dcterms:W3CDTF">2026-07-06T04:53:56Z</dcterms:modified>
</cp:coreProperties>
</file>